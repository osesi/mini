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1"/>
  </p:notesMasterIdLst>
  <p:handoutMasterIdLst>
    <p:handoutMasterId r:id="rId12"/>
  </p:handoutMasterIdLst>
  <p:sldIdLst>
    <p:sldId id="310" r:id="rId5"/>
    <p:sldId id="305" r:id="rId6"/>
    <p:sldId id="311" r:id="rId7"/>
    <p:sldId id="312" r:id="rId8"/>
    <p:sldId id="313" r:id="rId9"/>
    <p:sldId id="27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5EE6"/>
    <a:srgbClr val="132BDC"/>
    <a:srgbClr val="DCE0FC"/>
    <a:srgbClr val="FDF200"/>
    <a:srgbClr val="80FBE5"/>
    <a:srgbClr val="3CF3D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26"/>
  </p:normalViewPr>
  <p:slideViewPr>
    <p:cSldViewPr snapToGrid="0">
      <p:cViewPr varScale="1">
        <p:scale>
          <a:sx n="59" d="100"/>
          <a:sy n="59" d="100"/>
        </p:scale>
        <p:origin x="964" y="52"/>
      </p:cViewPr>
      <p:guideLst/>
    </p:cSldViewPr>
  </p:slideViewPr>
  <p:notesTextViewPr>
    <p:cViewPr>
      <p:scale>
        <a:sx n="1" d="1"/>
        <a:sy n="1" d="1"/>
      </p:scale>
      <p:origin x="0" y="0"/>
    </p:cViewPr>
  </p:notesTextViewPr>
  <p:notesViewPr>
    <p:cSldViewPr snapToGrid="0">
      <p:cViewPr varScale="1">
        <p:scale>
          <a:sx n="137" d="100"/>
          <a:sy n="137" d="100"/>
        </p:scale>
        <p:origin x="6744" y="2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commentAuthors" Target="commentAuthor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14A1CB-5452-AC70-7D60-1A44C62C56C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D16B759-0F79-F999-E975-D9DBEDB8A5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B9E520-E069-0742-BD97-ED28BB08EC53}" type="datetimeFigureOut">
              <a:rPr lang="en-US" smtClean="0"/>
              <a:t>10/23/2026</a:t>
            </a:fld>
            <a:endParaRPr lang="en-US" dirty="0"/>
          </a:p>
        </p:txBody>
      </p:sp>
      <p:sp>
        <p:nvSpPr>
          <p:cNvPr id="4" name="Footer Placeholder 3">
            <a:extLst>
              <a:ext uri="{FF2B5EF4-FFF2-40B4-BE49-F238E27FC236}">
                <a16:creationId xmlns:a16="http://schemas.microsoft.com/office/drawing/2014/main" id="{989A7C7E-774B-6207-364F-BAC51DF08F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99ACE22-8537-7305-26E3-E0E0AF83D50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B964BE-1CD1-1943-8CAA-B6D417321F15}" type="slidenum">
              <a:rPr lang="en-US" smtClean="0"/>
              <a:t>‹#›</a:t>
            </a:fld>
            <a:endParaRPr lang="en-US" dirty="0"/>
          </a:p>
        </p:txBody>
      </p:sp>
    </p:spTree>
    <p:extLst>
      <p:ext uri="{BB962C8B-B14F-4D97-AF65-F5344CB8AC3E}">
        <p14:creationId xmlns:p14="http://schemas.microsoft.com/office/powerpoint/2010/main" val="42545003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F85F30-A497-F84E-BC49-B57AB2B760AA}" type="datetimeFigureOut">
              <a:rPr lang="en-US" smtClean="0"/>
              <a:t>10/23/2026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7D3E5B-4BED-B24C-9674-6B6454D04561}" type="slidenum">
              <a:rPr lang="en-US" smtClean="0"/>
              <a:t>‹#›</a:t>
            </a:fld>
            <a:endParaRPr lang="en-US" dirty="0"/>
          </a:p>
        </p:txBody>
      </p:sp>
    </p:spTree>
    <p:extLst>
      <p:ext uri="{BB962C8B-B14F-4D97-AF65-F5344CB8AC3E}">
        <p14:creationId xmlns:p14="http://schemas.microsoft.com/office/powerpoint/2010/main" val="676233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7D3E5B-4BED-B24C-9674-6B6454D04561}" type="slidenum">
              <a:rPr lang="en-US" smtClean="0"/>
              <a:t>6</a:t>
            </a:fld>
            <a:endParaRPr lang="en-US" dirty="0"/>
          </a:p>
        </p:txBody>
      </p:sp>
    </p:spTree>
    <p:extLst>
      <p:ext uri="{BB962C8B-B14F-4D97-AF65-F5344CB8AC3E}">
        <p14:creationId xmlns:p14="http://schemas.microsoft.com/office/powerpoint/2010/main" val="23182809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1EBC0340-3AAE-A39F-0BAF-0E7430611152}"/>
              </a:ext>
            </a:extLst>
          </p:cNvPr>
          <p:cNvSpPr/>
          <p:nvPr userDrawn="1"/>
        </p:nvSpPr>
        <p:spPr>
          <a:xfrm>
            <a:off x="3127386" y="1976768"/>
            <a:ext cx="6929120" cy="4877511"/>
          </a:xfrm>
          <a:custGeom>
            <a:avLst/>
            <a:gdLst>
              <a:gd name="connsiteX0" fmla="*/ 3464560 w 6929120"/>
              <a:gd name="connsiteY0" fmla="*/ 0 h 4877511"/>
              <a:gd name="connsiteX1" fmla="*/ 6929120 w 6929120"/>
              <a:gd name="connsiteY1" fmla="*/ 3464560 h 4877511"/>
              <a:gd name="connsiteX2" fmla="*/ 6656858 w 6929120"/>
              <a:gd name="connsiteY2" fmla="*/ 4813124 h 4877511"/>
              <a:gd name="connsiteX3" fmla="*/ 6625841 w 6929120"/>
              <a:gd name="connsiteY3" fmla="*/ 4877511 h 4877511"/>
              <a:gd name="connsiteX4" fmla="*/ 303280 w 6929120"/>
              <a:gd name="connsiteY4" fmla="*/ 4877511 h 4877511"/>
              <a:gd name="connsiteX5" fmla="*/ 272263 w 6929120"/>
              <a:gd name="connsiteY5" fmla="*/ 4813124 h 4877511"/>
              <a:gd name="connsiteX6" fmla="*/ 0 w 6929120"/>
              <a:gd name="connsiteY6" fmla="*/ 3464560 h 4877511"/>
              <a:gd name="connsiteX7" fmla="*/ 3464560 w 6929120"/>
              <a:gd name="connsiteY7" fmla="*/ 0 h 487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9120" h="4877511">
                <a:moveTo>
                  <a:pt x="3464560" y="0"/>
                </a:moveTo>
                <a:cubicBezTo>
                  <a:pt x="5377984" y="0"/>
                  <a:pt x="6929120" y="1551136"/>
                  <a:pt x="6929120" y="3464560"/>
                </a:cubicBezTo>
                <a:cubicBezTo>
                  <a:pt x="6929120" y="3942916"/>
                  <a:pt x="6832174" y="4398629"/>
                  <a:pt x="6656858" y="4813124"/>
                </a:cubicBezTo>
                <a:lnTo>
                  <a:pt x="6625841" y="4877511"/>
                </a:lnTo>
                <a:lnTo>
                  <a:pt x="303280" y="4877511"/>
                </a:lnTo>
                <a:lnTo>
                  <a:pt x="272263" y="4813124"/>
                </a:lnTo>
                <a:cubicBezTo>
                  <a:pt x="96946" y="4398629"/>
                  <a:pt x="0" y="3942916"/>
                  <a:pt x="0" y="3464560"/>
                </a:cubicBezTo>
                <a:cubicBezTo>
                  <a:pt x="0" y="1551136"/>
                  <a:pt x="1551136" y="0"/>
                  <a:pt x="346456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pic>
        <p:nvPicPr>
          <p:cNvPr id="10" name="Picture 9" descr="Gap between two buildings against the blue sky">
            <a:extLst>
              <a:ext uri="{FF2B5EF4-FFF2-40B4-BE49-F238E27FC236}">
                <a16:creationId xmlns:a16="http://schemas.microsoft.com/office/drawing/2014/main" id="{C40F96A3-9DAF-4D22-64AD-CEC023D28D98}"/>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colorTemperature colorTemp="10546"/>
                    </a14:imgEffect>
                    <a14:imgEffect>
                      <a14:saturation sat="0"/>
                    </a14:imgEffect>
                    <a14:imgEffect>
                      <a14:brightnessContrast bright="-34000" contrast="60000"/>
                    </a14:imgEffect>
                  </a14:imgLayer>
                </a14:imgProps>
              </a:ext>
              <a:ext uri="{28A0092B-C50C-407E-A947-70E740481C1C}">
                <a14:useLocalDpi xmlns:a14="http://schemas.microsoft.com/office/drawing/2010/main"/>
              </a:ext>
            </a:extLst>
          </a:blip>
          <a:srcRect t="2550" b="8386"/>
          <a:stretch/>
        </p:blipFill>
        <p:spPr>
          <a:xfrm>
            <a:off x="760411" y="0"/>
            <a:ext cx="11431589" cy="6858000"/>
          </a:xfrm>
          <a:prstGeom prst="rect">
            <a:avLst/>
          </a:prstGeom>
        </p:spPr>
      </p:pic>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816767" y="1399032"/>
            <a:ext cx="6757416" cy="3427502"/>
          </a:xfrm>
        </p:spPr>
        <p:txBody>
          <a:bodyPr lIns="0" tIns="0" rIns="0" bIns="0" anchor="t">
            <a:noAutofit/>
          </a:bodyPr>
          <a:lstStyle>
            <a:lvl1pPr algn="l">
              <a:defRPr sz="4500" cap="all" baseline="0"/>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816768" y="417444"/>
            <a:ext cx="7414940" cy="883258"/>
          </a:xfrm>
        </p:spPr>
        <p:txBody>
          <a:bodyPr lIns="0" tIns="0" rIns="0" bIns="182880" anchor="b">
            <a:noAutofit/>
          </a:bodyPr>
          <a:lstStyle>
            <a:lvl1pPr marL="0" indent="0" algn="l">
              <a:lnSpc>
                <a:spcPct val="100000"/>
              </a:lnSpc>
              <a:buNone/>
              <a:defRPr sz="2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6696221" y="640080"/>
            <a:ext cx="5029200" cy="2157984"/>
          </a:xfrm>
        </p:spPr>
        <p:txBody>
          <a:bodyPr lIns="0" tIns="0" rIns="0" bIns="0" anchor="b">
            <a:noAutofit/>
          </a:bodyPr>
          <a:lstStyle>
            <a:lvl1pPr>
              <a:defRPr sz="3200" cap="all" baseline="0"/>
            </a:lvl1pPr>
          </a:lstStyle>
          <a:p>
            <a:r>
              <a:rPr lang="en-US" dirty="0"/>
              <a:t>CLICK TO EDIT MASTER TITLE STYLE</a:t>
            </a:r>
          </a:p>
        </p:txBody>
      </p:sp>
      <p:sp>
        <p:nvSpPr>
          <p:cNvPr id="5" name="Picture Placeholder 4">
            <a:extLst>
              <a:ext uri="{FF2B5EF4-FFF2-40B4-BE49-F238E27FC236}">
                <a16:creationId xmlns:a16="http://schemas.microsoft.com/office/drawing/2014/main" id="{346650F3-FE62-E3A1-C1F7-6A7E767D0045}"/>
              </a:ext>
            </a:extLst>
          </p:cNvPr>
          <p:cNvSpPr>
            <a:spLocks noGrp="1"/>
          </p:cNvSpPr>
          <p:nvPr>
            <p:ph type="pic" sz="quarter" idx="10"/>
          </p:nvPr>
        </p:nvSpPr>
        <p:spPr>
          <a:xfrm>
            <a:off x="1395412" y="653461"/>
            <a:ext cx="4597556" cy="5549900"/>
          </a:xfrm>
        </p:spPr>
        <p:txBody>
          <a:bodyPr/>
          <a:lstStyle/>
          <a:p>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6696221" y="3127248"/>
            <a:ext cx="4834517" cy="3108960"/>
          </a:xfrm>
        </p:spPr>
        <p:txBody>
          <a:bodyPr lIns="0" tIns="0" rIns="0" bIns="0">
            <a:noAutofit/>
          </a:bodyPr>
          <a:lstStyle>
            <a:lvl1pPr marL="0" indent="0">
              <a:lnSpc>
                <a:spcPct val="120000"/>
              </a:lnSpc>
              <a:spcBef>
                <a:spcPts val="0"/>
              </a:spcBef>
              <a:spcAft>
                <a:spcPts val="1200"/>
              </a:spcAft>
              <a:buNone/>
              <a:defRPr sz="1800" cap="none"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4" name="Rectangle 3">
            <a:extLst>
              <a:ext uri="{FF2B5EF4-FFF2-40B4-BE49-F238E27FC236}">
                <a16:creationId xmlns:a16="http://schemas.microsoft.com/office/drawing/2014/main" id="{6D80952A-DC24-8DFB-F8E3-1AAC5A9D5F6C}"/>
              </a:ext>
            </a:extLst>
          </p:cNvPr>
          <p:cNvSpPr/>
          <p:nvPr userDrawn="1"/>
        </p:nvSpPr>
        <p:spPr>
          <a:xfrm>
            <a:off x="11792373" y="0"/>
            <a:ext cx="408811"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ooter Placeholder 1">
            <a:extLst>
              <a:ext uri="{FF2B5EF4-FFF2-40B4-BE49-F238E27FC236}">
                <a16:creationId xmlns:a16="http://schemas.microsoft.com/office/drawing/2014/main" id="{21A89689-0612-8B49-DF4A-1864B8558C5C}"/>
              </a:ext>
            </a:extLst>
          </p:cNvPr>
          <p:cNvSpPr>
            <a:spLocks noGrp="1"/>
          </p:cNvSpPr>
          <p:nvPr>
            <p:ph type="ftr" sz="quarter" idx="12"/>
          </p:nvPr>
        </p:nvSpPr>
        <p:spPr>
          <a:xfrm rot="16200000">
            <a:off x="8854442" y="2953511"/>
            <a:ext cx="6291068" cy="384048"/>
          </a:xfrm>
        </p:spPr>
        <p:txBody>
          <a:bodyPr/>
          <a:lstStyle/>
          <a:p>
            <a:r>
              <a:rPr lang="en-US" dirty="0"/>
              <a:t>Presentation Title</a:t>
            </a:r>
          </a:p>
        </p:txBody>
      </p:sp>
      <p:sp>
        <p:nvSpPr>
          <p:cNvPr id="13" name="Slide Number Placeholder 4">
            <a:extLst>
              <a:ext uri="{FF2B5EF4-FFF2-40B4-BE49-F238E27FC236}">
                <a16:creationId xmlns:a16="http://schemas.microsoft.com/office/drawing/2014/main" id="{2FE54DA2-6D33-7833-E646-95347EF8B9AD}"/>
              </a:ext>
            </a:extLst>
          </p:cNvPr>
          <p:cNvSpPr>
            <a:spLocks noGrp="1"/>
          </p:cNvSpPr>
          <p:nvPr>
            <p:ph type="sldNum" sz="quarter" idx="13"/>
          </p:nvPr>
        </p:nvSpPr>
        <p:spPr>
          <a:xfrm rot="16200000">
            <a:off x="11716512" y="6382510"/>
            <a:ext cx="566928" cy="384048"/>
          </a:xfrm>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2003179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DE39F4-E652-D021-FAC3-9A057954548D}"/>
              </a:ext>
            </a:extLst>
          </p:cNvPr>
          <p:cNvSpPr/>
          <p:nvPr userDrawn="1"/>
        </p:nvSpPr>
        <p:spPr>
          <a:xfrm>
            <a:off x="0" y="0"/>
            <a:ext cx="4553712" cy="2432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22" name="Title 21">
            <a:extLst>
              <a:ext uri="{FF2B5EF4-FFF2-40B4-BE49-F238E27FC236}">
                <a16:creationId xmlns:a16="http://schemas.microsoft.com/office/drawing/2014/main" id="{993F1580-C478-6F3E-90EC-651483EF7BEF}"/>
              </a:ext>
            </a:extLst>
          </p:cNvPr>
          <p:cNvSpPr>
            <a:spLocks noGrp="1"/>
          </p:cNvSpPr>
          <p:nvPr>
            <p:ph type="title" hasCustomPrompt="1"/>
          </p:nvPr>
        </p:nvSpPr>
        <p:spPr>
          <a:xfrm>
            <a:off x="6693408" y="640080"/>
            <a:ext cx="5093208" cy="2189223"/>
          </a:xfrm>
        </p:spPr>
        <p:txBody>
          <a:bodyPr lIns="0" tIns="0" rIns="0" bIns="0" anchor="b">
            <a:noAutofit/>
          </a:bodyPr>
          <a:lstStyle>
            <a:lvl1pPr>
              <a:defRPr sz="3200" baseline="0">
                <a:solidFill>
                  <a:schemeClr val="tx1"/>
                </a:solidFill>
              </a:defRPr>
            </a:lvl1pPr>
          </a:lstStyle>
          <a:p>
            <a:r>
              <a:rPr lang="en-US" dirty="0"/>
              <a:t>CLICK TO EDIT MASTER TITLE STYLE</a:t>
            </a:r>
          </a:p>
        </p:txBody>
      </p:sp>
      <p:sp>
        <p:nvSpPr>
          <p:cNvPr id="6" name="Picture Placeholder 5">
            <a:extLst>
              <a:ext uri="{FF2B5EF4-FFF2-40B4-BE49-F238E27FC236}">
                <a16:creationId xmlns:a16="http://schemas.microsoft.com/office/drawing/2014/main" id="{5FBA0098-0696-799B-78DA-DBE833190D57}"/>
              </a:ext>
            </a:extLst>
          </p:cNvPr>
          <p:cNvSpPr>
            <a:spLocks noGrp="1"/>
          </p:cNvSpPr>
          <p:nvPr>
            <p:ph type="pic" sz="quarter" idx="11"/>
          </p:nvPr>
        </p:nvSpPr>
        <p:spPr>
          <a:xfrm>
            <a:off x="832104" y="640080"/>
            <a:ext cx="4727448" cy="5559552"/>
          </a:xfrm>
          <a:custGeom>
            <a:avLst/>
            <a:gdLst>
              <a:gd name="connsiteX0" fmla="*/ 0 w 4727448"/>
              <a:gd name="connsiteY0" fmla="*/ 0 h 5559552"/>
              <a:gd name="connsiteX1" fmla="*/ 4727448 w 4727448"/>
              <a:gd name="connsiteY1" fmla="*/ 0 h 5559552"/>
              <a:gd name="connsiteX2" fmla="*/ 4727448 w 4727448"/>
              <a:gd name="connsiteY2" fmla="*/ 2500529 h 5559552"/>
              <a:gd name="connsiteX3" fmla="*/ 4596278 w 4727448"/>
              <a:gd name="connsiteY3" fmla="*/ 2513752 h 5559552"/>
              <a:gd name="connsiteX4" fmla="*/ 4071308 w 4727448"/>
              <a:gd name="connsiteY4" fmla="*/ 3157867 h 5559552"/>
              <a:gd name="connsiteX5" fmla="*/ 4596278 w 4727448"/>
              <a:gd name="connsiteY5" fmla="*/ 3801983 h 5559552"/>
              <a:gd name="connsiteX6" fmla="*/ 4727448 w 4727448"/>
              <a:gd name="connsiteY6" fmla="*/ 3815206 h 5559552"/>
              <a:gd name="connsiteX7" fmla="*/ 4727448 w 4727448"/>
              <a:gd name="connsiteY7" fmla="*/ 5559552 h 5559552"/>
              <a:gd name="connsiteX8" fmla="*/ 0 w 4727448"/>
              <a:gd name="connsiteY8" fmla="*/ 5559552 h 5559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27448" h="5559552">
                <a:moveTo>
                  <a:pt x="0" y="0"/>
                </a:moveTo>
                <a:lnTo>
                  <a:pt x="4727448" y="0"/>
                </a:lnTo>
                <a:lnTo>
                  <a:pt x="4727448" y="2500529"/>
                </a:lnTo>
                <a:lnTo>
                  <a:pt x="4596278" y="2513752"/>
                </a:lnTo>
                <a:cubicBezTo>
                  <a:pt x="4296678" y="2575059"/>
                  <a:pt x="4071308" y="2840144"/>
                  <a:pt x="4071308" y="3157867"/>
                </a:cubicBezTo>
                <a:cubicBezTo>
                  <a:pt x="4071308" y="3475590"/>
                  <a:pt x="4296678" y="3740676"/>
                  <a:pt x="4596278" y="3801983"/>
                </a:cubicBezTo>
                <a:lnTo>
                  <a:pt x="4727448" y="3815206"/>
                </a:lnTo>
                <a:lnTo>
                  <a:pt x="4727448" y="5559552"/>
                </a:lnTo>
                <a:lnTo>
                  <a:pt x="0" y="5559552"/>
                </a:lnTo>
                <a:close/>
              </a:path>
            </a:pathLst>
          </a:custGeom>
          <a:solidFill>
            <a:schemeClr val="accent1">
              <a:lumMod val="20000"/>
              <a:lumOff val="80000"/>
            </a:schemeClr>
          </a:solidFill>
        </p:spPr>
        <p:txBody>
          <a:bodyPr wrap="square" anchor="ctr">
            <a:noAutofit/>
          </a:bodyPr>
          <a:lstStyle>
            <a:lvl1pPr algn="ctr">
              <a:defRPr/>
            </a:lvl1pPr>
          </a:lstStyle>
          <a:p>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93408" y="3145536"/>
            <a:ext cx="4306824" cy="2313432"/>
          </a:xfrm>
        </p:spPr>
        <p:txBody>
          <a:bodyPr lIns="0" tIns="0" rIns="0" bIns="0">
            <a:noAutofit/>
          </a:bodyPr>
          <a:lstStyle>
            <a:lvl1pPr marL="0" indent="0">
              <a:lnSpc>
                <a:spcPct val="120000"/>
              </a:lnSpc>
              <a:spcBef>
                <a:spcPts val="0"/>
              </a:spcBef>
              <a:spcAft>
                <a:spcPts val="1200"/>
              </a:spcAf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Oval 6">
            <a:extLst>
              <a:ext uri="{FF2B5EF4-FFF2-40B4-BE49-F238E27FC236}">
                <a16:creationId xmlns:a16="http://schemas.microsoft.com/office/drawing/2014/main" id="{9AF214F5-1EBC-DA96-F275-05A0133562D0}"/>
              </a:ext>
            </a:extLst>
          </p:cNvPr>
          <p:cNvSpPr/>
          <p:nvPr userDrawn="1"/>
        </p:nvSpPr>
        <p:spPr>
          <a:xfrm>
            <a:off x="4903412" y="3140474"/>
            <a:ext cx="1314946" cy="131494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and image">
    <p:spTree>
      <p:nvGrpSpPr>
        <p:cNvPr id="1" name=""/>
        <p:cNvGrpSpPr/>
        <p:nvPr/>
      </p:nvGrpSpPr>
      <p:grpSpPr>
        <a:xfrm>
          <a:off x="0" y="0"/>
          <a:ext cx="0" cy="0"/>
          <a:chOff x="0" y="0"/>
          <a:chExt cx="0" cy="0"/>
        </a:xfrm>
      </p:grpSpPr>
      <p:sp>
        <p:nvSpPr>
          <p:cNvPr id="5" name="Title 21">
            <a:extLst>
              <a:ext uri="{FF2B5EF4-FFF2-40B4-BE49-F238E27FC236}">
                <a16:creationId xmlns:a16="http://schemas.microsoft.com/office/drawing/2014/main" id="{592F592C-CC3F-8FC0-DAF8-24019474CAB1}"/>
              </a:ext>
            </a:extLst>
          </p:cNvPr>
          <p:cNvSpPr>
            <a:spLocks noGrp="1"/>
          </p:cNvSpPr>
          <p:nvPr>
            <p:ph type="title" hasCustomPrompt="1"/>
          </p:nvPr>
        </p:nvSpPr>
        <p:spPr>
          <a:xfrm>
            <a:off x="847383" y="1106424"/>
            <a:ext cx="6839712" cy="1746504"/>
          </a:xfrm>
        </p:spPr>
        <p:txBody>
          <a:bodyPr lIns="0" tIns="0" rIns="0" bIns="0" anchor="b">
            <a:noAutofit/>
          </a:bodyPr>
          <a:lstStyle>
            <a:lvl1pPr>
              <a:defRPr sz="3200" baseline="0">
                <a:latin typeface="+mj-lt"/>
              </a:defRPr>
            </a:lvl1pPr>
          </a:lstStyle>
          <a:p>
            <a:r>
              <a:rPr lang="en-US" dirty="0"/>
              <a:t>CLICK TO EDIT MASTER TITLE</a:t>
            </a:r>
          </a:p>
        </p:txBody>
      </p:sp>
      <p:sp>
        <p:nvSpPr>
          <p:cNvPr id="13" name="Text Placeholder 2">
            <a:extLst>
              <a:ext uri="{FF2B5EF4-FFF2-40B4-BE49-F238E27FC236}">
                <a16:creationId xmlns:a16="http://schemas.microsoft.com/office/drawing/2014/main" id="{ED5AF112-F5BD-9AA8-0E64-A6972333DDB1}"/>
              </a:ext>
            </a:extLst>
          </p:cNvPr>
          <p:cNvSpPr>
            <a:spLocks noGrp="1"/>
          </p:cNvSpPr>
          <p:nvPr>
            <p:ph type="body" idx="1"/>
          </p:nvPr>
        </p:nvSpPr>
        <p:spPr>
          <a:xfrm>
            <a:off x="850392" y="3236976"/>
            <a:ext cx="5248656" cy="2660904"/>
          </a:xfrm>
        </p:spPr>
        <p:txBody>
          <a:bodyPr lIns="0" tIns="0" rIns="0" bIns="0">
            <a:noAutofit/>
          </a:bodyPr>
          <a:lstStyle>
            <a:lvl1pPr marL="0" indent="0">
              <a:lnSpc>
                <a:spcPct val="120000"/>
              </a:lnSpc>
              <a:spcBef>
                <a:spcPts val="0"/>
              </a:spcBef>
              <a:spcAft>
                <a:spcPts val="1200"/>
              </a:spcAft>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Picture Placeholder 8">
            <a:extLst>
              <a:ext uri="{FF2B5EF4-FFF2-40B4-BE49-F238E27FC236}">
                <a16:creationId xmlns:a16="http://schemas.microsoft.com/office/drawing/2014/main" id="{DD9A5508-A146-4C36-FF14-5B78325C526D}"/>
              </a:ext>
            </a:extLst>
          </p:cNvPr>
          <p:cNvSpPr>
            <a:spLocks noGrp="1"/>
          </p:cNvSpPr>
          <p:nvPr>
            <p:ph type="pic" sz="quarter" idx="12"/>
          </p:nvPr>
        </p:nvSpPr>
        <p:spPr>
          <a:xfrm>
            <a:off x="7680960" y="804672"/>
            <a:ext cx="3475649" cy="5248656"/>
          </a:xfrm>
          <a:solidFill>
            <a:schemeClr val="accent1">
              <a:lumMod val="20000"/>
              <a:lumOff val="80000"/>
            </a:schemeClr>
          </a:solidFill>
        </p:spPr>
        <p:txBody>
          <a:bodyPr anchor="ctr"/>
          <a:lstStyle>
            <a:lvl1pPr algn="ctr">
              <a:defRPr/>
            </a:lvl1pPr>
          </a:lstStyle>
          <a:p>
            <a:endParaRPr lang="en-US" dirty="0"/>
          </a:p>
        </p:txBody>
      </p:sp>
      <p:sp>
        <p:nvSpPr>
          <p:cNvPr id="3" name="Footer Placeholder 2">
            <a:extLst>
              <a:ext uri="{FF2B5EF4-FFF2-40B4-BE49-F238E27FC236}">
                <a16:creationId xmlns:a16="http://schemas.microsoft.com/office/drawing/2014/main" id="{8DE7E217-DB17-AA1B-8753-DBFDF42AB32F}"/>
              </a:ext>
            </a:extLst>
          </p:cNvPr>
          <p:cNvSpPr>
            <a:spLocks noGrp="1"/>
          </p:cNvSpPr>
          <p:nvPr>
            <p:ph type="ftr" sz="quarter" idx="10"/>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CD6FA3F1-16D7-20B8-B929-59317A576C99}"/>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830579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subtitle">
    <p:spTree>
      <p:nvGrpSpPr>
        <p:cNvPr id="1" name=""/>
        <p:cNvGrpSpPr/>
        <p:nvPr/>
      </p:nvGrpSpPr>
      <p:grpSpPr>
        <a:xfrm>
          <a:off x="0" y="0"/>
          <a:ext cx="0" cy="0"/>
          <a:chOff x="0" y="0"/>
          <a:chExt cx="0" cy="0"/>
        </a:xfrm>
      </p:grpSpPr>
      <p:pic>
        <p:nvPicPr>
          <p:cNvPr id="37" name="Picture 36" descr="A picture containing accessory&#10;&#10;Description automatically generated">
            <a:extLst>
              <a:ext uri="{FF2B5EF4-FFF2-40B4-BE49-F238E27FC236}">
                <a16:creationId xmlns:a16="http://schemas.microsoft.com/office/drawing/2014/main" id="{C36ADBF6-BB82-4096-70C0-7517A47A412F}"/>
              </a:ext>
            </a:extLst>
          </p:cNvPr>
          <p:cNvPicPr>
            <a:picLocks noChangeAspect="1"/>
          </p:cNvPicPr>
          <p:nvPr userDrawn="1"/>
        </p:nvPicPr>
        <p:blipFill>
          <a:blip r:embed="rId2" cstate="print">
            <a:grayscl/>
            <a:extLst>
              <a:ext uri="{BEBA8EAE-BF5A-486C-A8C5-ECC9F3942E4B}">
                <a14:imgProps xmlns:a14="http://schemas.microsoft.com/office/drawing/2010/main">
                  <a14:imgLayer r:embed="rId3">
                    <a14:imgEffect>
                      <a14:colorTemperature colorTemp="4700"/>
                    </a14:imgEffect>
                    <a14:imgEffect>
                      <a14:saturation sat="33000"/>
                    </a14:imgEffect>
                    <a14:imgEffect>
                      <a14:brightnessContrast contrast="40000"/>
                    </a14:imgEffect>
                  </a14:imgLayer>
                </a14:imgProps>
              </a:ext>
              <a:ext uri="{28A0092B-C50C-407E-A947-70E740481C1C}">
                <a14:useLocalDpi xmlns:a14="http://schemas.microsoft.com/office/drawing/2010/main"/>
              </a:ext>
            </a:extLst>
          </a:blip>
          <a:srcRect r="21975" b="1533"/>
          <a:stretch>
            <a:fillRect/>
          </a:stretch>
        </p:blipFill>
        <p:spPr>
          <a:xfrm rot="8325578">
            <a:off x="-1775001" y="-1607470"/>
            <a:ext cx="10567962" cy="8905077"/>
          </a:xfrm>
          <a:custGeom>
            <a:avLst/>
            <a:gdLst>
              <a:gd name="connsiteX0" fmla="*/ 6047036 w 10567962"/>
              <a:gd name="connsiteY0" fmla="*/ 8905077 h 8905077"/>
              <a:gd name="connsiteX1" fmla="*/ 0 w 10567962"/>
              <a:gd name="connsiteY1" fmla="*/ 3603767 h 8905077"/>
              <a:gd name="connsiteX2" fmla="*/ 0 w 10567962"/>
              <a:gd name="connsiteY2" fmla="*/ 0 h 8905077"/>
              <a:gd name="connsiteX3" fmla="*/ 6292508 w 10567962"/>
              <a:gd name="connsiteY3" fmla="*/ 0 h 8905077"/>
              <a:gd name="connsiteX4" fmla="*/ 10567962 w 10567962"/>
              <a:gd name="connsiteY4" fmla="*/ 3748201 h 8905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67962" h="8905077">
                <a:moveTo>
                  <a:pt x="6047036" y="8905077"/>
                </a:moveTo>
                <a:lnTo>
                  <a:pt x="0" y="3603767"/>
                </a:lnTo>
                <a:lnTo>
                  <a:pt x="0" y="0"/>
                </a:lnTo>
                <a:lnTo>
                  <a:pt x="6292508" y="0"/>
                </a:lnTo>
                <a:lnTo>
                  <a:pt x="10567962" y="3748201"/>
                </a:lnTo>
                <a:close/>
              </a:path>
            </a:pathLst>
          </a:custGeom>
        </p:spPr>
      </p:pic>
      <p:sp>
        <p:nvSpPr>
          <p:cNvPr id="14" name="Freeform 13">
            <a:extLst>
              <a:ext uri="{FF2B5EF4-FFF2-40B4-BE49-F238E27FC236}">
                <a16:creationId xmlns:a16="http://schemas.microsoft.com/office/drawing/2014/main" id="{FA127B08-9EC5-3FDF-B7CC-DF3587255E18}"/>
              </a:ext>
            </a:extLst>
          </p:cNvPr>
          <p:cNvSpPr/>
          <p:nvPr userDrawn="1"/>
        </p:nvSpPr>
        <p:spPr>
          <a:xfrm>
            <a:off x="925160" y="4144752"/>
            <a:ext cx="4788322" cy="2713249"/>
          </a:xfrm>
          <a:custGeom>
            <a:avLst/>
            <a:gdLst>
              <a:gd name="connsiteX0" fmla="*/ 2394161 w 4788322"/>
              <a:gd name="connsiteY0" fmla="*/ 0 h 2713249"/>
              <a:gd name="connsiteX1" fmla="*/ 4788322 w 4788322"/>
              <a:gd name="connsiteY1" fmla="*/ 2394161 h 2713249"/>
              <a:gd name="connsiteX2" fmla="*/ 4775962 w 4788322"/>
              <a:gd name="connsiteY2" fmla="*/ 2638950 h 2713249"/>
              <a:gd name="connsiteX3" fmla="*/ 4764622 w 4788322"/>
              <a:gd name="connsiteY3" fmla="*/ 2713249 h 2713249"/>
              <a:gd name="connsiteX4" fmla="*/ 23700 w 4788322"/>
              <a:gd name="connsiteY4" fmla="*/ 2713249 h 2713249"/>
              <a:gd name="connsiteX5" fmla="*/ 12361 w 4788322"/>
              <a:gd name="connsiteY5" fmla="*/ 2638950 h 2713249"/>
              <a:gd name="connsiteX6" fmla="*/ 0 w 4788322"/>
              <a:gd name="connsiteY6" fmla="*/ 2394161 h 2713249"/>
              <a:gd name="connsiteX7" fmla="*/ 2394161 w 4788322"/>
              <a:gd name="connsiteY7" fmla="*/ 0 h 271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8322" h="2713249">
                <a:moveTo>
                  <a:pt x="2394161" y="0"/>
                </a:moveTo>
                <a:cubicBezTo>
                  <a:pt x="3716420" y="0"/>
                  <a:pt x="4788322" y="1071902"/>
                  <a:pt x="4788322" y="2394161"/>
                </a:cubicBezTo>
                <a:cubicBezTo>
                  <a:pt x="4788322" y="2476803"/>
                  <a:pt x="4784135" y="2558466"/>
                  <a:pt x="4775962" y="2638950"/>
                </a:cubicBezTo>
                <a:lnTo>
                  <a:pt x="4764622" y="2713249"/>
                </a:lnTo>
                <a:lnTo>
                  <a:pt x="23700" y="2713249"/>
                </a:lnTo>
                <a:lnTo>
                  <a:pt x="12361" y="2638950"/>
                </a:lnTo>
                <a:cubicBezTo>
                  <a:pt x="4187" y="2558466"/>
                  <a:pt x="0" y="2476803"/>
                  <a:pt x="0" y="2394161"/>
                </a:cubicBezTo>
                <a:cubicBezTo>
                  <a:pt x="0" y="1071902"/>
                  <a:pt x="1071902" y="0"/>
                  <a:pt x="2394161" y="0"/>
                </a:cubicBezTo>
                <a:close/>
              </a:path>
            </a:pathLst>
          </a:custGeom>
          <a:solidFill>
            <a:schemeClr val="accent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10" name="Title 1">
            <a:extLst>
              <a:ext uri="{FF2B5EF4-FFF2-40B4-BE49-F238E27FC236}">
                <a16:creationId xmlns:a16="http://schemas.microsoft.com/office/drawing/2014/main" id="{0651D38D-DD64-4914-C669-30AA47A5AF3A}"/>
              </a:ext>
            </a:extLst>
          </p:cNvPr>
          <p:cNvSpPr>
            <a:spLocks noGrp="1"/>
          </p:cNvSpPr>
          <p:nvPr>
            <p:ph type="title" hasCustomPrompt="1"/>
          </p:nvPr>
        </p:nvSpPr>
        <p:spPr>
          <a:xfrm>
            <a:off x="6693408" y="1325880"/>
            <a:ext cx="5093208" cy="2816352"/>
          </a:xfrm>
        </p:spPr>
        <p:txBody>
          <a:bodyPr lIns="0" tIns="0" rIns="0" bIns="0" anchor="b">
            <a:noAutofit/>
          </a:bodyPr>
          <a:lstStyle>
            <a:lvl1pPr>
              <a:defRPr sz="3200" cap="all" baseline="0"/>
            </a:lvl1pPr>
          </a:lstStyle>
          <a:p>
            <a:r>
              <a:rPr lang="en-US" dirty="0"/>
              <a:t>CLICK TO EDIT MASTER TITLE STYLE</a:t>
            </a:r>
          </a:p>
        </p:txBody>
      </p:sp>
      <p:sp>
        <p:nvSpPr>
          <p:cNvPr id="12" name="Subtitle 2">
            <a:extLst>
              <a:ext uri="{FF2B5EF4-FFF2-40B4-BE49-F238E27FC236}">
                <a16:creationId xmlns:a16="http://schemas.microsoft.com/office/drawing/2014/main" id="{5A8DA7F4-A65E-7F16-9966-719CC1CE28D2}"/>
              </a:ext>
            </a:extLst>
          </p:cNvPr>
          <p:cNvSpPr>
            <a:spLocks noGrp="1"/>
          </p:cNvSpPr>
          <p:nvPr>
            <p:ph type="subTitle" idx="1"/>
          </p:nvPr>
        </p:nvSpPr>
        <p:spPr>
          <a:xfrm>
            <a:off x="6693408" y="4462272"/>
            <a:ext cx="3995928" cy="1956816"/>
          </a:xfrm>
        </p:spPr>
        <p:txBody>
          <a:bodyPr lIns="0" tIns="0" rIns="0" bIns="0">
            <a:noAutofit/>
          </a:bodyPr>
          <a:lstStyle>
            <a:lvl1pPr marL="0" indent="0" algn="l">
              <a:lnSpc>
                <a:spcPct val="120000"/>
              </a:lnSpc>
              <a:spcBef>
                <a:spcPts val="0"/>
              </a:spcBef>
              <a:spcAft>
                <a:spcPts val="1200"/>
              </a:spcAft>
              <a:buNone/>
              <a:defRPr sz="1800" cap="none" spc="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sp>
        <p:nvSpPr>
          <p:cNvPr id="2" name="Rectangle 1">
            <a:extLst>
              <a:ext uri="{FF2B5EF4-FFF2-40B4-BE49-F238E27FC236}">
                <a16:creationId xmlns:a16="http://schemas.microsoft.com/office/drawing/2014/main" id="{7FD6A538-39F8-D45E-F4C1-38779C640BBC}"/>
              </a:ext>
            </a:extLst>
          </p:cNvPr>
          <p:cNvSpPr/>
          <p:nvPr userDrawn="1"/>
        </p:nvSpPr>
        <p:spPr>
          <a:xfrm>
            <a:off x="11792373" y="0"/>
            <a:ext cx="408811"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77806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14" name="Freeform 10">
            <a:extLst>
              <a:ext uri="{FF2B5EF4-FFF2-40B4-BE49-F238E27FC236}">
                <a16:creationId xmlns:a16="http://schemas.microsoft.com/office/drawing/2014/main" id="{AB86DE8E-78DF-CA66-5AED-C7FF0CCF03CD}"/>
              </a:ext>
              <a:ext uri="{C183D7F6-B498-43B3-948B-1728B52AA6E4}">
                <adec:decorative xmlns:adec="http://schemas.microsoft.com/office/drawing/2017/decorative" val="1"/>
              </a:ext>
            </a:extLst>
          </p:cNvPr>
          <p:cNvSpPr/>
          <p:nvPr userDrawn="1"/>
        </p:nvSpPr>
        <p:spPr>
          <a:xfrm>
            <a:off x="4410512" y="4010866"/>
            <a:ext cx="5056094" cy="2847135"/>
          </a:xfrm>
          <a:custGeom>
            <a:avLst/>
            <a:gdLst>
              <a:gd name="connsiteX0" fmla="*/ 2528047 w 5056094"/>
              <a:gd name="connsiteY0" fmla="*/ 0 h 2847135"/>
              <a:gd name="connsiteX1" fmla="*/ 5056094 w 5056094"/>
              <a:gd name="connsiteY1" fmla="*/ 2528047 h 2847135"/>
              <a:gd name="connsiteX2" fmla="*/ 5043042 w 5056094"/>
              <a:gd name="connsiteY2" fmla="*/ 2786525 h 2847135"/>
              <a:gd name="connsiteX3" fmla="*/ 5033792 w 5056094"/>
              <a:gd name="connsiteY3" fmla="*/ 2847135 h 2847135"/>
              <a:gd name="connsiteX4" fmla="*/ 22302 w 5056094"/>
              <a:gd name="connsiteY4" fmla="*/ 2847135 h 2847135"/>
              <a:gd name="connsiteX5" fmla="*/ 13052 w 5056094"/>
              <a:gd name="connsiteY5" fmla="*/ 2786525 h 2847135"/>
              <a:gd name="connsiteX6" fmla="*/ 0 w 5056094"/>
              <a:gd name="connsiteY6" fmla="*/ 2528047 h 2847135"/>
              <a:gd name="connsiteX7" fmla="*/ 2528047 w 5056094"/>
              <a:gd name="connsiteY7" fmla="*/ 0 h 284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56094" h="2847135">
                <a:moveTo>
                  <a:pt x="2528047" y="0"/>
                </a:moveTo>
                <a:cubicBezTo>
                  <a:pt x="3924249" y="0"/>
                  <a:pt x="5056094" y="1131845"/>
                  <a:pt x="5056094" y="2528047"/>
                </a:cubicBezTo>
                <a:cubicBezTo>
                  <a:pt x="5056094" y="2615310"/>
                  <a:pt x="5051673" y="2701540"/>
                  <a:pt x="5043042" y="2786525"/>
                </a:cubicBezTo>
                <a:lnTo>
                  <a:pt x="5033792" y="2847135"/>
                </a:lnTo>
                <a:lnTo>
                  <a:pt x="22302" y="2847135"/>
                </a:lnTo>
                <a:lnTo>
                  <a:pt x="13052" y="2786525"/>
                </a:lnTo>
                <a:cubicBezTo>
                  <a:pt x="4422" y="2701540"/>
                  <a:pt x="0" y="2615310"/>
                  <a:pt x="0" y="2528047"/>
                </a:cubicBezTo>
                <a:cubicBezTo>
                  <a:pt x="0" y="1131845"/>
                  <a:pt x="1131845" y="0"/>
                  <a:pt x="2528047" y="0"/>
                </a:cubicBezTo>
                <a:close/>
              </a:path>
            </a:pathLst>
          </a:custGeom>
          <a:solidFill>
            <a:schemeClr val="accent1">
              <a:alpha val="8969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pic>
        <p:nvPicPr>
          <p:cNvPr id="15" name="Picture 14" descr="Modern house with cubic design">
            <a:extLst>
              <a:ext uri="{FF2B5EF4-FFF2-40B4-BE49-F238E27FC236}">
                <a16:creationId xmlns:a16="http://schemas.microsoft.com/office/drawing/2014/main" id="{FE966628-FEAF-3BD3-2DC4-23A466ABB935}"/>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saturation sat="0"/>
                    </a14:imgEffect>
                    <a14:imgEffect>
                      <a14:brightnessContrast bright="12000" contrast="-17000"/>
                    </a14:imgEffect>
                  </a14:imgLayer>
                </a14:imgProps>
              </a:ext>
              <a:ext uri="{28A0092B-C50C-407E-A947-70E740481C1C}">
                <a14:useLocalDpi xmlns:a14="http://schemas.microsoft.com/office/drawing/2010/main"/>
              </a:ext>
            </a:extLst>
          </a:blip>
          <a:srcRect l="-406" r="17667" b="23487"/>
          <a:stretch/>
        </p:blipFill>
        <p:spPr>
          <a:xfrm>
            <a:off x="4124294" y="2125402"/>
            <a:ext cx="7678065" cy="4732598"/>
          </a:xfrm>
          <a:prstGeom prst="rect">
            <a:avLst/>
          </a:prstGeom>
        </p:spPr>
      </p:pic>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a:xfrm>
            <a:off x="850392" y="420624"/>
            <a:ext cx="10954512" cy="1463040"/>
          </a:xfrm>
        </p:spPr>
        <p:txBody>
          <a:bodyPr lIns="0" tIns="0" rIns="0" bIns="0" anchor="b">
            <a:noAutofit/>
          </a:bodyPr>
          <a:lstStyle>
            <a:lvl1pPr>
              <a:lnSpc>
                <a:spcPct val="100000"/>
              </a:lnSpc>
              <a:defRPr sz="3200" b="0" i="0" spc="600" baseline="0">
                <a:latin typeface="+mj-lt"/>
              </a:defRPr>
            </a:lvl1pPr>
          </a:lstStyle>
          <a:p>
            <a:r>
              <a:rPr lang="en-US" dirty="0"/>
              <a:t>CLICK TO EDIT MASTER TITLE STYLE</a:t>
            </a:r>
          </a:p>
        </p:txBody>
      </p:sp>
      <p:sp>
        <p:nvSpPr>
          <p:cNvPr id="6" name="Text Placeholder 5">
            <a:extLst>
              <a:ext uri="{FF2B5EF4-FFF2-40B4-BE49-F238E27FC236}">
                <a16:creationId xmlns:a16="http://schemas.microsoft.com/office/drawing/2014/main" id="{1BD9CFE2-F1DE-34DA-A154-9AE903E5B7FC}"/>
              </a:ext>
            </a:extLst>
          </p:cNvPr>
          <p:cNvSpPr>
            <a:spLocks noGrp="1"/>
          </p:cNvSpPr>
          <p:nvPr>
            <p:ph type="body" sz="quarter" idx="12"/>
          </p:nvPr>
        </p:nvSpPr>
        <p:spPr>
          <a:xfrm>
            <a:off x="850899" y="2231136"/>
            <a:ext cx="4828032" cy="3566160"/>
          </a:xfrm>
        </p:spPr>
        <p:txBody>
          <a:bodyPr/>
          <a:lstStyle>
            <a:lvl1pPr marL="283464" indent="-283464">
              <a:lnSpc>
                <a:spcPct val="120000"/>
              </a:lnSpc>
              <a:spcBef>
                <a:spcPts val="0"/>
              </a:spcBef>
              <a:spcAft>
                <a:spcPts val="1200"/>
              </a:spcAft>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2C310569-B083-466A-F24B-8C44360B4EC2}"/>
              </a:ext>
            </a:extLst>
          </p:cNvPr>
          <p:cNvSpPr>
            <a:spLocks noGrp="1"/>
          </p:cNvSpPr>
          <p:nvPr>
            <p:ph type="ftr" sz="quarter" idx="10"/>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75FB78C1-0CD8-FD34-E7BB-B8F6E296A443}"/>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1D5B031-92C7-C093-2551-D07457044EAC}"/>
              </a:ext>
            </a:extLst>
          </p:cNvPr>
          <p:cNvGrpSpPr/>
          <p:nvPr userDrawn="1"/>
        </p:nvGrpSpPr>
        <p:grpSpPr>
          <a:xfrm>
            <a:off x="-1" y="-2"/>
            <a:ext cx="12191610" cy="6858001"/>
            <a:chOff x="-1" y="-2"/>
            <a:chExt cx="12191610" cy="6858001"/>
          </a:xfrm>
        </p:grpSpPr>
        <p:pic>
          <p:nvPicPr>
            <p:cNvPr id="4" name="Picture Placeholder 14" descr="White modern architecture">
              <a:extLst>
                <a:ext uri="{FF2B5EF4-FFF2-40B4-BE49-F238E27FC236}">
                  <a16:creationId xmlns:a16="http://schemas.microsoft.com/office/drawing/2014/main" id="{21A49D77-8AEF-828A-03A8-2845B710DEEA}"/>
                </a:ext>
              </a:extLst>
            </p:cNvPr>
            <p:cNvPicPr>
              <a:picLocks noChangeAspect="1"/>
            </p:cNvPicPr>
            <p:nvPr/>
          </p:nvPicPr>
          <p:blipFill rotWithShape="1">
            <a:blip r:embed="rId2" cstate="print">
              <a:grayscl/>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a:ext>
              </a:extLst>
            </a:blip>
            <a:srcRect/>
            <a:stretch/>
          </p:blipFill>
          <p:spPr>
            <a:xfrm rot="10800000">
              <a:off x="6155702" y="-2"/>
              <a:ext cx="6035907" cy="6858001"/>
            </a:xfrm>
            <a:prstGeom prst="rect">
              <a:avLst/>
            </a:prstGeom>
            <a:solidFill>
              <a:schemeClr val="accent1">
                <a:lumMod val="20000"/>
                <a:lumOff val="80000"/>
              </a:schemeClr>
            </a:solidFill>
          </p:spPr>
        </p:pic>
        <p:pic>
          <p:nvPicPr>
            <p:cNvPr id="5" name="Picture Placeholder 14" descr="White modern architecture">
              <a:extLst>
                <a:ext uri="{FF2B5EF4-FFF2-40B4-BE49-F238E27FC236}">
                  <a16:creationId xmlns:a16="http://schemas.microsoft.com/office/drawing/2014/main" id="{206EA98F-16E6-C607-6268-D08FD83B704F}"/>
                </a:ext>
              </a:extLst>
            </p:cNvPr>
            <p:cNvPicPr>
              <a:picLocks noChangeAspect="1"/>
            </p:cNvPicPr>
            <p:nvPr/>
          </p:nvPicPr>
          <p:blipFill rotWithShape="1">
            <a:blip r:embed="rId2" cstate="print">
              <a:grayscl/>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a:ext>
              </a:extLst>
            </a:blip>
            <a:srcRect/>
            <a:stretch/>
          </p:blipFill>
          <p:spPr>
            <a:xfrm rot="10800000">
              <a:off x="-1" y="-2"/>
              <a:ext cx="6035907" cy="6858001"/>
            </a:xfrm>
            <a:prstGeom prst="rect">
              <a:avLst/>
            </a:prstGeom>
            <a:solidFill>
              <a:schemeClr val="accent1">
                <a:lumMod val="20000"/>
                <a:lumOff val="80000"/>
              </a:schemeClr>
            </a:solidFill>
          </p:spPr>
        </p:pic>
      </p:grpSp>
      <p:sp>
        <p:nvSpPr>
          <p:cNvPr id="7" name="Title 6">
            <a:extLst>
              <a:ext uri="{FF2B5EF4-FFF2-40B4-BE49-F238E27FC236}">
                <a16:creationId xmlns:a16="http://schemas.microsoft.com/office/drawing/2014/main" id="{7E6947B8-AA10-E633-EF28-E1A80069E880}"/>
              </a:ext>
            </a:extLst>
          </p:cNvPr>
          <p:cNvSpPr>
            <a:spLocks noGrp="1"/>
          </p:cNvSpPr>
          <p:nvPr>
            <p:ph type="title" hasCustomPrompt="1"/>
          </p:nvPr>
        </p:nvSpPr>
        <p:spPr>
          <a:xfrm>
            <a:off x="2648932" y="0"/>
            <a:ext cx="6894136" cy="6894136"/>
          </a:xfrm>
          <a:custGeom>
            <a:avLst/>
            <a:gdLst>
              <a:gd name="connsiteX0" fmla="*/ 3447068 w 6894136"/>
              <a:gd name="connsiteY0" fmla="*/ 0 h 6894136"/>
              <a:gd name="connsiteX1" fmla="*/ 6894136 w 6894136"/>
              <a:gd name="connsiteY1" fmla="*/ 3447068 h 6894136"/>
              <a:gd name="connsiteX2" fmla="*/ 3447068 w 6894136"/>
              <a:gd name="connsiteY2" fmla="*/ 6894136 h 6894136"/>
              <a:gd name="connsiteX3" fmla="*/ 0 w 6894136"/>
              <a:gd name="connsiteY3" fmla="*/ 3447068 h 6894136"/>
              <a:gd name="connsiteX4" fmla="*/ 3447068 w 6894136"/>
              <a:gd name="connsiteY4" fmla="*/ 0 h 6894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94136" h="6894136">
                <a:moveTo>
                  <a:pt x="3447068" y="0"/>
                </a:moveTo>
                <a:cubicBezTo>
                  <a:pt x="5350831" y="0"/>
                  <a:pt x="6894136" y="1543305"/>
                  <a:pt x="6894136" y="3447068"/>
                </a:cubicBezTo>
                <a:cubicBezTo>
                  <a:pt x="6894136" y="5350831"/>
                  <a:pt x="5350831" y="6894136"/>
                  <a:pt x="3447068" y="6894136"/>
                </a:cubicBezTo>
                <a:cubicBezTo>
                  <a:pt x="1543305" y="6894136"/>
                  <a:pt x="0" y="5350831"/>
                  <a:pt x="0" y="3447068"/>
                </a:cubicBezTo>
                <a:cubicBezTo>
                  <a:pt x="0" y="1543305"/>
                  <a:pt x="1543305" y="0"/>
                  <a:pt x="3447068" y="0"/>
                </a:cubicBezTo>
                <a:close/>
              </a:path>
            </a:pathLst>
          </a:custGeom>
          <a:solidFill>
            <a:schemeClr val="accent1"/>
          </a:solidFill>
        </p:spPr>
        <p:txBody>
          <a:bodyPr wrap="square" lIns="0" tIns="0" rIns="0" bIns="0" anchor="ctr">
            <a:noAutofit/>
          </a:bodyPr>
          <a:lstStyle>
            <a:lvl1pPr algn="ctr">
              <a:defRPr sz="4500" cap="all" baseline="0"/>
            </a:lvl1pPr>
          </a:lstStyle>
          <a:p>
            <a:r>
              <a:rPr lang="en-US" dirty="0"/>
              <a:t>CLICK TO EDIT MASTER TITLE STYLE</a:t>
            </a:r>
          </a:p>
        </p:txBody>
      </p:sp>
    </p:spTree>
    <p:extLst>
      <p:ext uri="{BB962C8B-B14F-4D97-AF65-F5344CB8AC3E}">
        <p14:creationId xmlns:p14="http://schemas.microsoft.com/office/powerpoint/2010/main" val="1547736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hasCustomPrompt="1"/>
          </p:nvPr>
        </p:nvSpPr>
        <p:spPr>
          <a:xfrm>
            <a:off x="846879" y="868680"/>
            <a:ext cx="5248656" cy="2157984"/>
          </a:xfrm>
        </p:spPr>
        <p:txBody>
          <a:bodyPr lIns="0" tIns="0" rIns="0" bIns="0">
            <a:noAutofit/>
          </a:bodyPr>
          <a:lstStyle>
            <a:lvl1pPr>
              <a:defRPr sz="3200" baseline="0"/>
            </a:lvl1pPr>
          </a:lstStyle>
          <a:p>
            <a:r>
              <a:rPr lang="en-US" dirty="0"/>
              <a:t>CLICK TO EDIT MASTER TITLE STYLE</a:t>
            </a:r>
          </a:p>
        </p:txBody>
      </p:sp>
      <p:sp>
        <p:nvSpPr>
          <p:cNvPr id="14" name="Picture Placeholder 13">
            <a:extLst>
              <a:ext uri="{FF2B5EF4-FFF2-40B4-BE49-F238E27FC236}">
                <a16:creationId xmlns:a16="http://schemas.microsoft.com/office/drawing/2014/main" id="{B075B629-22B4-B399-5D07-4652BF682138}"/>
              </a:ext>
            </a:extLst>
          </p:cNvPr>
          <p:cNvSpPr>
            <a:spLocks noGrp="1"/>
          </p:cNvSpPr>
          <p:nvPr>
            <p:ph type="pic" sz="quarter" idx="13"/>
          </p:nvPr>
        </p:nvSpPr>
        <p:spPr>
          <a:xfrm>
            <a:off x="0" y="3159126"/>
            <a:ext cx="4577463" cy="3698875"/>
          </a:xfrm>
          <a:custGeom>
            <a:avLst/>
            <a:gdLst>
              <a:gd name="connsiteX0" fmla="*/ 1934275 w 4577463"/>
              <a:gd name="connsiteY0" fmla="*/ 0 h 3698875"/>
              <a:gd name="connsiteX1" fmla="*/ 4577463 w 4577463"/>
              <a:gd name="connsiteY1" fmla="*/ 2643188 h 3698875"/>
              <a:gd name="connsiteX2" fmla="*/ 4369748 w 4577463"/>
              <a:gd name="connsiteY2" fmla="*/ 3672036 h 3698875"/>
              <a:gd name="connsiteX3" fmla="*/ 4356819 w 4577463"/>
              <a:gd name="connsiteY3" fmla="*/ 3698875 h 3698875"/>
              <a:gd name="connsiteX4" fmla="*/ 0 w 4577463"/>
              <a:gd name="connsiteY4" fmla="*/ 3698875 h 3698875"/>
              <a:gd name="connsiteX5" fmla="*/ 0 w 4577463"/>
              <a:gd name="connsiteY5" fmla="*/ 845097 h 3698875"/>
              <a:gd name="connsiteX6" fmla="*/ 87814 w 4577463"/>
              <a:gd name="connsiteY6" fmla="*/ 751885 h 3698875"/>
              <a:gd name="connsiteX7" fmla="*/ 1934275 w 4577463"/>
              <a:gd name="connsiteY7" fmla="*/ 0 h 369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7463" h="3698875">
                <a:moveTo>
                  <a:pt x="1934275" y="0"/>
                </a:moveTo>
                <a:cubicBezTo>
                  <a:pt x="3394067" y="0"/>
                  <a:pt x="4577463" y="1183396"/>
                  <a:pt x="4577463" y="2643188"/>
                </a:cubicBezTo>
                <a:cubicBezTo>
                  <a:pt x="4577463" y="3008136"/>
                  <a:pt x="4503501" y="3355810"/>
                  <a:pt x="4369748" y="3672036"/>
                </a:cubicBezTo>
                <a:lnTo>
                  <a:pt x="4356819" y="3698875"/>
                </a:lnTo>
                <a:lnTo>
                  <a:pt x="0" y="3698875"/>
                </a:lnTo>
                <a:lnTo>
                  <a:pt x="0" y="845097"/>
                </a:lnTo>
                <a:lnTo>
                  <a:pt x="87814" y="751885"/>
                </a:lnTo>
                <a:cubicBezTo>
                  <a:pt x="564249" y="286676"/>
                  <a:pt x="1215784" y="0"/>
                  <a:pt x="1934275" y="0"/>
                </a:cubicBezTo>
                <a:close/>
              </a:path>
            </a:pathLst>
          </a:custGeom>
        </p:spPr>
        <p:txBody>
          <a:bodyPr wrap="square">
            <a:noAutofit/>
          </a:bodyPr>
          <a:lstStyle>
            <a:lvl1pPr algn="ctr">
              <a:defRPr/>
            </a:lvl1pPr>
          </a:lstStyle>
          <a:p>
            <a:endParaRPr lang="en-US" dirty="0"/>
          </a:p>
        </p:txBody>
      </p:sp>
      <p:sp>
        <p:nvSpPr>
          <p:cNvPr id="5" name="Content Placeholder 3">
            <a:extLst>
              <a:ext uri="{FF2B5EF4-FFF2-40B4-BE49-F238E27FC236}">
                <a16:creationId xmlns:a16="http://schemas.microsoft.com/office/drawing/2014/main" id="{C1B16EE8-89D3-7E4F-90BE-68EAAD85CBB7}"/>
              </a:ext>
            </a:extLst>
          </p:cNvPr>
          <p:cNvSpPr>
            <a:spLocks noGrp="1"/>
          </p:cNvSpPr>
          <p:nvPr>
            <p:ph sz="half" idx="12"/>
          </p:nvPr>
        </p:nvSpPr>
        <p:spPr>
          <a:xfrm>
            <a:off x="6729984" y="786384"/>
            <a:ext cx="4617720" cy="2770632"/>
          </a:xfrm>
        </p:spPr>
        <p:txBody>
          <a:bodyPr lIns="0" tIns="0" rIns="0" bIns="0">
            <a:normAutofit/>
          </a:bodyPr>
          <a:lstStyle>
            <a:lvl1pPr>
              <a:lnSpc>
                <a:spcPct val="120000"/>
              </a:lnSpc>
              <a:spcBef>
                <a:spcPts val="0"/>
              </a:spcBef>
              <a:spcAft>
                <a:spcPts val="1200"/>
              </a:spcAft>
              <a:defRPr sz="1800" b="1" cap="all" baseline="0">
                <a:latin typeface="+mn-lt"/>
              </a:defRPr>
            </a:lvl1pPr>
            <a:lvl2pPr marL="0">
              <a:lnSpc>
                <a:spcPct val="120000"/>
              </a:lnSpc>
              <a:spcBef>
                <a:spcPts val="0"/>
              </a:spcBef>
              <a:spcAft>
                <a:spcPts val="1200"/>
              </a:spcAft>
              <a:defRPr>
                <a:latin typeface="+mn-lt"/>
              </a:defRPr>
            </a:lvl2pPr>
            <a:lvl3pPr marL="283464" indent="-342900">
              <a:lnSpc>
                <a:spcPct val="120000"/>
              </a:lnSpc>
              <a:buFont typeface="Arial" panose="020B0604020202020204" pitchFamily="34" charset="0"/>
              <a:buChar char="•"/>
              <a:defRPr>
                <a:latin typeface="+mn-lt"/>
              </a:defRPr>
            </a:lvl3pPr>
            <a:lvl4pPr marL="548640" indent="-285750">
              <a:lnSpc>
                <a:spcPct val="120000"/>
              </a:lnSpc>
              <a:buFont typeface="Arial" panose="020B0604020202020204" pitchFamily="34" charset="0"/>
              <a:buChar char="•"/>
              <a:defRPr>
                <a:latin typeface="+mn-lt"/>
              </a:defRPr>
            </a:lvl4pPr>
            <a:lvl5pPr marL="822960" indent="-285750">
              <a:lnSpc>
                <a:spcPct val="120000"/>
              </a:lnSpc>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729984" y="3858768"/>
            <a:ext cx="4617720" cy="2770632"/>
          </a:xfrm>
        </p:spPr>
        <p:txBody>
          <a:bodyPr lIns="0" tIns="0" rIns="0" bIns="0">
            <a:normAutofit/>
          </a:bodyPr>
          <a:lstStyle>
            <a:lvl1pPr>
              <a:lnSpc>
                <a:spcPct val="120000"/>
              </a:lnSpc>
              <a:spcBef>
                <a:spcPts val="0"/>
              </a:spcBef>
              <a:spcAft>
                <a:spcPts val="1200"/>
              </a:spcAft>
              <a:defRPr sz="1800" b="1" cap="all" baseline="0">
                <a:latin typeface="+mn-lt"/>
              </a:defRPr>
            </a:lvl1pPr>
            <a:lvl2pPr marL="283464" indent="-283464">
              <a:lnSpc>
                <a:spcPct val="120000"/>
              </a:lnSpc>
              <a:spcBef>
                <a:spcPts val="0"/>
              </a:spcBef>
              <a:spcAft>
                <a:spcPts val="1200"/>
              </a:spcAft>
              <a:buFont typeface="Arial" panose="020B0604020202020204" pitchFamily="34" charset="0"/>
              <a:buChar cha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EF04B56E-067D-C824-6EEB-3CCE57E4B5BA}"/>
              </a:ext>
            </a:extLst>
          </p:cNvPr>
          <p:cNvSpPr>
            <a:spLocks noGrp="1"/>
          </p:cNvSpPr>
          <p:nvPr>
            <p:ph type="ftr" sz="quarter" idx="10"/>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915DB247-3AE7-BCCA-E0CC-BC0FD69A7E6D}"/>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840231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250F21D-F2DD-7321-0EAB-DA9F671A2586}"/>
              </a:ext>
            </a:extLst>
          </p:cNvPr>
          <p:cNvSpPr>
            <a:spLocks noGrp="1"/>
          </p:cNvSpPr>
          <p:nvPr>
            <p:ph type="title" hasCustomPrompt="1"/>
          </p:nvPr>
        </p:nvSpPr>
        <p:spPr>
          <a:xfrm>
            <a:off x="850392" y="182880"/>
            <a:ext cx="10122632" cy="1307592"/>
          </a:xfrm>
        </p:spPr>
        <p:txBody>
          <a:bodyPr anchor="b">
            <a:noAutofit/>
          </a:bodyPr>
          <a:lstStyle>
            <a:lvl1pPr algn="l">
              <a:defRPr sz="32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392" y="1837944"/>
            <a:ext cx="10085832" cy="1426464"/>
          </a:xfrm>
        </p:spPr>
        <p:txBody>
          <a:bodyPr lIns="0" tIns="45720" rIns="91440" bIns="45720">
            <a:noAutofit/>
          </a:bodyPr>
          <a:lstStyle>
            <a:lvl1pPr>
              <a:lnSpc>
                <a:spcPct val="120000"/>
              </a:lnSpc>
              <a:spcBef>
                <a:spcPts val="0"/>
              </a:spcBef>
              <a:spcAft>
                <a:spcPts val="1200"/>
              </a:spcAft>
              <a:defRPr sz="1800">
                <a:latin typeface="+mn-lt"/>
              </a:defRPr>
            </a:lvl1pPr>
            <a:lvl2pPr>
              <a:defRPr sz="1800">
                <a:latin typeface="+mn-lt"/>
              </a:defRPr>
            </a:lvl2pPr>
            <a:lvl3pP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7731A911-7B7E-249D-2D6A-132D4B395A3C}"/>
              </a:ext>
            </a:extLst>
          </p:cNvPr>
          <p:cNvSpPr>
            <a:spLocks noGrp="1"/>
          </p:cNvSpPr>
          <p:nvPr>
            <p:ph sz="half" idx="12"/>
          </p:nvPr>
        </p:nvSpPr>
        <p:spPr>
          <a:xfrm>
            <a:off x="850392" y="3950208"/>
            <a:ext cx="10085832" cy="2331720"/>
          </a:xfrm>
        </p:spPr>
        <p:txBody>
          <a:bodyPr lIns="0" tIns="0" rIns="0" bIns="0">
            <a:noAutofit/>
          </a:bodyPr>
          <a:lstStyle>
            <a:lvl1pPr>
              <a:lnSpc>
                <a:spcPct val="120000"/>
              </a:lnSpc>
              <a:spcBef>
                <a:spcPts val="0"/>
              </a:spcBef>
              <a:spcAft>
                <a:spcPts val="1200"/>
              </a:spcAft>
              <a:defRPr sz="1800">
                <a:latin typeface="+mn-lt"/>
              </a:defRPr>
            </a:lvl1pPr>
            <a:lvl2pPr>
              <a:defRPr sz="1800">
                <a:latin typeface="+mn-lt"/>
              </a:defRPr>
            </a:lvl2pPr>
            <a:lvl3pP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1189482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250F21D-F2DD-7321-0EAB-DA9F671A2586}"/>
              </a:ext>
            </a:extLst>
          </p:cNvPr>
          <p:cNvSpPr>
            <a:spLocks noGrp="1"/>
          </p:cNvSpPr>
          <p:nvPr>
            <p:ph type="title" hasCustomPrompt="1"/>
          </p:nvPr>
        </p:nvSpPr>
        <p:spPr>
          <a:xfrm>
            <a:off x="850392" y="182880"/>
            <a:ext cx="10122632" cy="1307592"/>
          </a:xfrm>
        </p:spPr>
        <p:txBody>
          <a:bodyPr anchor="b">
            <a:noAutofit/>
          </a:bodyPr>
          <a:lstStyle>
            <a:lvl1pPr algn="l">
              <a:defRPr sz="32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392" y="1837944"/>
            <a:ext cx="3941064" cy="4270248"/>
          </a:xfrm>
        </p:spPr>
        <p:txBody>
          <a:bodyPr lIns="91440" tIns="45720" rIns="91440" bIns="45720">
            <a:noAutofit/>
          </a:bodyPr>
          <a:lstStyle>
            <a:lvl1pPr>
              <a:lnSpc>
                <a:spcPct val="120000"/>
              </a:lnSpc>
              <a:spcBef>
                <a:spcPts val="0"/>
              </a:spcBef>
              <a:spcAft>
                <a:spcPts val="600"/>
              </a:spcAft>
              <a:defRPr sz="1800" b="1" cap="all" baseline="0">
                <a:latin typeface="+mn-lt"/>
              </a:defRPr>
            </a:lvl1pPr>
            <a:lvl2pPr marL="283464" indent="-285750">
              <a:lnSpc>
                <a:spcPct val="120000"/>
              </a:lnSpc>
              <a:spcBef>
                <a:spcPts val="0"/>
              </a:spcBef>
              <a:spcAft>
                <a:spcPts val="600"/>
              </a:spcAft>
              <a:buFont typeface="Arial" panose="020B0604020202020204" pitchFamily="34" charset="0"/>
              <a:buChar char="•"/>
              <a:defRPr sz="1800">
                <a:latin typeface="+mn-lt"/>
              </a:defRPr>
            </a:lvl2pPr>
            <a:lvl3pPr marL="548640" indent="-285750">
              <a:lnSpc>
                <a:spcPct val="120000"/>
              </a:lnSpc>
              <a:spcBef>
                <a:spcPts val="0"/>
              </a:spcBef>
              <a:buFont typeface="Arial" panose="020B0604020202020204" pitchFamily="34" charset="0"/>
              <a:buChar cha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7731A911-7B7E-249D-2D6A-132D4B395A3C}"/>
              </a:ext>
            </a:extLst>
          </p:cNvPr>
          <p:cNvSpPr>
            <a:spLocks noGrp="1"/>
          </p:cNvSpPr>
          <p:nvPr>
            <p:ph sz="half" idx="12"/>
          </p:nvPr>
        </p:nvSpPr>
        <p:spPr>
          <a:xfrm>
            <a:off x="5614416" y="1837944"/>
            <a:ext cx="5358384" cy="4270248"/>
          </a:xfrm>
        </p:spPr>
        <p:txBody>
          <a:bodyPr lIns="0" tIns="0" rIns="0" bIns="0">
            <a:noAutofit/>
          </a:bodyPr>
          <a:lstStyle>
            <a:lvl1pPr>
              <a:lnSpc>
                <a:spcPct val="120000"/>
              </a:lnSpc>
              <a:spcBef>
                <a:spcPts val="0"/>
              </a:spcBef>
              <a:spcAft>
                <a:spcPts val="1200"/>
              </a:spcAft>
              <a:defRPr sz="1800">
                <a:latin typeface="+mn-lt"/>
              </a:defRPr>
            </a:lvl1pPr>
            <a:lvl2pPr>
              <a:defRPr sz="1800">
                <a:latin typeface="+mn-lt"/>
              </a:defRPr>
            </a:lvl2pPr>
            <a:lvl3pP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82632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5987AE2-5803-BA29-C76B-C9FA864D3F00}"/>
              </a:ext>
            </a:extLst>
          </p:cNvPr>
          <p:cNvSpPr>
            <a:spLocks noGrp="1"/>
          </p:cNvSpPr>
          <p:nvPr>
            <p:ph type="title" hasCustomPrompt="1"/>
          </p:nvPr>
        </p:nvSpPr>
        <p:spPr>
          <a:xfrm>
            <a:off x="850392" y="182880"/>
            <a:ext cx="10122632" cy="1307592"/>
          </a:xfrm>
        </p:spPr>
        <p:txBody>
          <a:bodyPr anchor="b">
            <a:noAutofit/>
          </a:bodyPr>
          <a:lstStyle>
            <a:lvl1pPr algn="l">
              <a:defRPr sz="32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168" y="1828800"/>
            <a:ext cx="10126362" cy="4351338"/>
          </a:xfrm>
        </p:spPr>
        <p:txBody>
          <a:bodyPr lIns="0" tIns="0" rIns="0" bIns="0">
            <a:noAutofit/>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B8540B3-3734-5A53-D7E0-D89871A3711C}"/>
              </a:ext>
            </a:extLst>
          </p:cNvPr>
          <p:cNvSpPr>
            <a:spLocks noGrp="1"/>
          </p:cNvSpPr>
          <p:nvPr>
            <p:ph type="title" hasCustomPrompt="1"/>
          </p:nvPr>
        </p:nvSpPr>
        <p:spPr>
          <a:xfrm>
            <a:off x="850392" y="182880"/>
            <a:ext cx="10085832" cy="1307592"/>
          </a:xfrm>
        </p:spPr>
        <p:txBody>
          <a:bodyPr anchor="b">
            <a:noAutofit/>
          </a:bodyPr>
          <a:lstStyle>
            <a:lvl1pPr algn="l">
              <a:defRPr sz="3200" baseline="0"/>
            </a:lvl1pPr>
          </a:lstStyle>
          <a:p>
            <a:r>
              <a:rPr lang="en-US" dirty="0"/>
              <a:t>CLICK TO EDIT MASTER TITLE</a:t>
            </a:r>
          </a:p>
        </p:txBody>
      </p:sp>
      <p:sp>
        <p:nvSpPr>
          <p:cNvPr id="5" name="Content Placeholder 3">
            <a:extLst>
              <a:ext uri="{FF2B5EF4-FFF2-40B4-BE49-F238E27FC236}">
                <a16:creationId xmlns:a16="http://schemas.microsoft.com/office/drawing/2014/main" id="{7E6B22B6-D5E7-7C52-B588-374568C8DD6C}"/>
              </a:ext>
            </a:extLst>
          </p:cNvPr>
          <p:cNvSpPr>
            <a:spLocks noGrp="1"/>
          </p:cNvSpPr>
          <p:nvPr>
            <p:ph sz="half" idx="2"/>
          </p:nvPr>
        </p:nvSpPr>
        <p:spPr>
          <a:xfrm>
            <a:off x="850392" y="1911096"/>
            <a:ext cx="4837176" cy="2898648"/>
          </a:xfrm>
        </p:spPr>
        <p:txBody>
          <a:bodyPr lIns="0" tIns="0" rIns="0" bIns="0">
            <a:noAutofit/>
          </a:bodyPr>
          <a:lstStyle>
            <a:lvl1pPr>
              <a:lnSpc>
                <a:spcPct val="120000"/>
              </a:lnSpc>
              <a:spcBef>
                <a:spcPts val="0"/>
              </a:spcBef>
              <a:spcAft>
                <a:spcPts val="1200"/>
              </a:spcAft>
              <a:defRPr sz="1800" cap="none" baseline="0">
                <a:latin typeface="+mn-lt"/>
              </a:defRPr>
            </a:lvl1pPr>
            <a:lvl2pPr marL="283464" indent="-285750">
              <a:lnSpc>
                <a:spcPct val="120000"/>
              </a:lnSpc>
              <a:spcBef>
                <a:spcPts val="0"/>
              </a:spcBef>
              <a:spcAft>
                <a:spcPts val="600"/>
              </a:spcAft>
              <a:buFont typeface="Arial" panose="020B0604020202020204" pitchFamily="34" charset="0"/>
              <a:buChar char="•"/>
              <a:defRPr sz="1800">
                <a:latin typeface="+mn-lt"/>
              </a:defRPr>
            </a:lvl2pPr>
            <a:lvl3pPr marL="548640" indent="-285750">
              <a:lnSpc>
                <a:spcPct val="120000"/>
              </a:lnSpc>
              <a:spcBef>
                <a:spcPts val="0"/>
              </a:spcBef>
              <a:buFont typeface="Arial" panose="020B0604020202020204" pitchFamily="34" charset="0"/>
              <a:buChar cha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BCDBC7A5-FE31-E809-7729-4AFA9CFD0DEB}"/>
              </a:ext>
            </a:extLst>
          </p:cNvPr>
          <p:cNvSpPr>
            <a:spLocks noGrp="1"/>
          </p:cNvSpPr>
          <p:nvPr>
            <p:ph sz="half" idx="36"/>
          </p:nvPr>
        </p:nvSpPr>
        <p:spPr>
          <a:xfrm>
            <a:off x="6812280" y="1911096"/>
            <a:ext cx="4453128" cy="1911096"/>
          </a:xfrm>
        </p:spPr>
        <p:txBody>
          <a:bodyPr lIns="0" tIns="0" rIns="0" bIns="0">
            <a:noAutofit/>
          </a:bodyPr>
          <a:lstStyle>
            <a:lvl1pPr marL="285750" indent="-285750">
              <a:lnSpc>
                <a:spcPct val="120000"/>
              </a:lnSpc>
              <a:spcBef>
                <a:spcPts val="0"/>
              </a:spcBef>
              <a:spcAft>
                <a:spcPts val="1200"/>
              </a:spcAft>
              <a:buFont typeface="Arial" panose="020B0604020202020204" pitchFamily="34" charset="0"/>
              <a:buChar char="•"/>
              <a:defRPr sz="1800" cap="none" baseline="0">
                <a:latin typeface="+mn-lt"/>
              </a:defRPr>
            </a:lvl1pPr>
            <a:lvl2pPr marL="548640" indent="-285750">
              <a:lnSpc>
                <a:spcPct val="120000"/>
              </a:lnSpc>
              <a:spcBef>
                <a:spcPts val="0"/>
              </a:spcBef>
              <a:spcAft>
                <a:spcPts val="600"/>
              </a:spcAft>
              <a:buFont typeface="Arial" panose="020B0604020202020204" pitchFamily="34" charset="0"/>
              <a:buChar char="•"/>
              <a:defRPr sz="1800">
                <a:latin typeface="+mn-lt"/>
              </a:defRPr>
            </a:lvl2pPr>
            <a:lvl3pPr marL="822960" indent="-285750">
              <a:lnSpc>
                <a:spcPct val="120000"/>
              </a:lnSpc>
              <a:spcBef>
                <a:spcPts val="0"/>
              </a:spcBef>
              <a:buFont typeface="Arial" panose="020B0604020202020204" pitchFamily="34" charset="0"/>
              <a:buChar cha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18" name="Picture Placeholder 17">
            <a:extLst>
              <a:ext uri="{FF2B5EF4-FFF2-40B4-BE49-F238E27FC236}">
                <a16:creationId xmlns:a16="http://schemas.microsoft.com/office/drawing/2014/main" id="{C39E8D03-897F-C49F-D816-03B8BD63013D}"/>
              </a:ext>
            </a:extLst>
          </p:cNvPr>
          <p:cNvSpPr>
            <a:spLocks noGrp="1"/>
          </p:cNvSpPr>
          <p:nvPr>
            <p:ph type="pic" sz="quarter" idx="10"/>
          </p:nvPr>
        </p:nvSpPr>
        <p:spPr>
          <a:xfrm>
            <a:off x="6812280" y="4242816"/>
            <a:ext cx="4123944" cy="2615184"/>
          </a:xfrm>
          <a:solidFill>
            <a:schemeClr val="accent1">
              <a:lumMod val="20000"/>
              <a:lumOff val="80000"/>
            </a:schemeClr>
          </a:solidFill>
        </p:spPr>
        <p:txBody>
          <a:bodyPr anchor="ctr">
            <a:noAutofit/>
          </a:bodyPr>
          <a:lstStyle>
            <a:lvl1pPr algn="ctr">
              <a:defRPr/>
            </a:lvl1pPr>
          </a:lstStyle>
          <a:p>
            <a:endParaRPr lang="en-US" dirty="0"/>
          </a:p>
        </p:txBody>
      </p:sp>
      <p:sp>
        <p:nvSpPr>
          <p:cNvPr id="2" name="Footer Placeholder 1">
            <a:extLst>
              <a:ext uri="{FF2B5EF4-FFF2-40B4-BE49-F238E27FC236}">
                <a16:creationId xmlns:a16="http://schemas.microsoft.com/office/drawing/2014/main" id="{5A615220-DA65-3A8D-609D-95B6D86B192A}"/>
              </a:ext>
            </a:extLst>
          </p:cNvPr>
          <p:cNvSpPr>
            <a:spLocks noGrp="1"/>
          </p:cNvSpPr>
          <p:nvPr>
            <p:ph type="ftr" sz="quarter" idx="34"/>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6AC2A57F-F2BF-F3B3-9D45-5DCD2608D80C}"/>
              </a:ext>
            </a:extLst>
          </p:cNvPr>
          <p:cNvSpPr>
            <a:spLocks noGrp="1"/>
          </p:cNvSpPr>
          <p:nvPr>
            <p:ph type="sldNum" sz="quarter" idx="35"/>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3" name="Picture 2" descr="Large walking intersection with one lone person">
            <a:extLst>
              <a:ext uri="{FF2B5EF4-FFF2-40B4-BE49-F238E27FC236}">
                <a16:creationId xmlns:a16="http://schemas.microsoft.com/office/drawing/2014/main" id="{09010683-ED2B-BF6C-90F9-AF09D38DB677}"/>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0"/>
                    </a14:imgEffect>
                    <a14:imgEffect>
                      <a14:brightnessContrast bright="27000" contrast="5000"/>
                    </a14:imgEffect>
                  </a14:imgLayer>
                </a14:imgProps>
              </a:ext>
              <a:ext uri="{28A0092B-C50C-407E-A947-70E740481C1C}">
                <a14:useLocalDpi xmlns:a14="http://schemas.microsoft.com/office/drawing/2010/main"/>
              </a:ext>
            </a:extLst>
          </a:blip>
          <a:srcRect/>
          <a:stretch/>
        </p:blipFill>
        <p:spPr>
          <a:xfrm>
            <a:off x="0" y="1"/>
            <a:ext cx="11811000" cy="6858000"/>
          </a:xfrm>
          <a:prstGeom prst="rect">
            <a:avLst/>
          </a:prstGeom>
        </p:spPr>
      </p:pic>
      <p:sp>
        <p:nvSpPr>
          <p:cNvPr id="6" name="Freeform 12">
            <a:extLst>
              <a:ext uri="{FF2B5EF4-FFF2-40B4-BE49-F238E27FC236}">
                <a16:creationId xmlns:a16="http://schemas.microsoft.com/office/drawing/2014/main" id="{82C1C4E7-A67E-5E90-3669-D2982C30E4FC}"/>
              </a:ext>
            </a:extLst>
          </p:cNvPr>
          <p:cNvSpPr/>
          <p:nvPr userDrawn="1"/>
        </p:nvSpPr>
        <p:spPr>
          <a:xfrm>
            <a:off x="777819" y="0"/>
            <a:ext cx="8272488" cy="6858000"/>
          </a:xfrm>
          <a:custGeom>
            <a:avLst/>
            <a:gdLst>
              <a:gd name="connsiteX0" fmla="*/ 2449074 w 8272488"/>
              <a:gd name="connsiteY0" fmla="*/ 0 h 6858000"/>
              <a:gd name="connsiteX1" fmla="*/ 5823415 w 8272488"/>
              <a:gd name="connsiteY1" fmla="*/ 0 h 6858000"/>
              <a:gd name="connsiteX2" fmla="*/ 5929477 w 8272488"/>
              <a:gd name="connsiteY2" fmla="*/ 47950 h 6858000"/>
              <a:gd name="connsiteX3" fmla="*/ 8272488 w 8272488"/>
              <a:gd name="connsiteY3" fmla="*/ 3776315 h 6858000"/>
              <a:gd name="connsiteX4" fmla="*/ 7025715 w 8272488"/>
              <a:gd name="connsiteY4" fmla="*/ 6735959 h 6858000"/>
              <a:gd name="connsiteX5" fmla="*/ 6893036 w 8272488"/>
              <a:gd name="connsiteY5" fmla="*/ 6858000 h 6858000"/>
              <a:gd name="connsiteX6" fmla="*/ 1379452 w 8272488"/>
              <a:gd name="connsiteY6" fmla="*/ 6858000 h 6858000"/>
              <a:gd name="connsiteX7" fmla="*/ 1246773 w 8272488"/>
              <a:gd name="connsiteY7" fmla="*/ 6735959 h 6858000"/>
              <a:gd name="connsiteX8" fmla="*/ 0 w 8272488"/>
              <a:gd name="connsiteY8" fmla="*/ 3776315 h 6858000"/>
              <a:gd name="connsiteX9" fmla="*/ 2343012 w 8272488"/>
              <a:gd name="connsiteY9" fmla="*/ 479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72488" h="6858000">
                <a:moveTo>
                  <a:pt x="2449074" y="0"/>
                </a:moveTo>
                <a:lnTo>
                  <a:pt x="5823415" y="0"/>
                </a:lnTo>
                <a:lnTo>
                  <a:pt x="5929477" y="47950"/>
                </a:lnTo>
                <a:cubicBezTo>
                  <a:pt x="7315814" y="715956"/>
                  <a:pt x="8272488" y="2134414"/>
                  <a:pt x="8272488" y="3776315"/>
                </a:cubicBezTo>
                <a:cubicBezTo>
                  <a:pt x="8272488" y="4936354"/>
                  <a:pt x="7794942" y="5984857"/>
                  <a:pt x="7025715" y="6735959"/>
                </a:cubicBezTo>
                <a:lnTo>
                  <a:pt x="6893036" y="6858000"/>
                </a:lnTo>
                <a:lnTo>
                  <a:pt x="1379452" y="6858000"/>
                </a:lnTo>
                <a:lnTo>
                  <a:pt x="1246773" y="6735959"/>
                </a:lnTo>
                <a:cubicBezTo>
                  <a:pt x="477546" y="5984857"/>
                  <a:pt x="0" y="4936354"/>
                  <a:pt x="0" y="3776315"/>
                </a:cubicBezTo>
                <a:cubicBezTo>
                  <a:pt x="0" y="2134414"/>
                  <a:pt x="956674" y="715956"/>
                  <a:pt x="2343012" y="4795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2" name="Title 1">
            <a:extLst>
              <a:ext uri="{FF2B5EF4-FFF2-40B4-BE49-F238E27FC236}">
                <a16:creationId xmlns:a16="http://schemas.microsoft.com/office/drawing/2014/main" id="{71A36714-0A6D-7D0D-3336-B8081C409BA0}"/>
              </a:ext>
            </a:extLst>
          </p:cNvPr>
          <p:cNvSpPr>
            <a:spLocks noGrp="1"/>
          </p:cNvSpPr>
          <p:nvPr>
            <p:ph type="title" hasCustomPrompt="1"/>
          </p:nvPr>
        </p:nvSpPr>
        <p:spPr>
          <a:xfrm>
            <a:off x="1907196" y="2188196"/>
            <a:ext cx="5985159" cy="1594507"/>
          </a:xfrm>
        </p:spPr>
        <p:txBody>
          <a:bodyPr lIns="0" tIns="0" rIns="0" bIns="0" anchor="b">
            <a:noAutofit/>
          </a:bodyPr>
          <a:lstStyle>
            <a:lvl1pPr>
              <a:defRPr sz="3200" b="1" i="0" baseline="0">
                <a:solidFill>
                  <a:schemeClr val="tx1"/>
                </a:solidFill>
                <a:latin typeface="+mj-lt"/>
                <a:cs typeface="Arial Black" panose="020B0604020202020204" pitchFamily="34" charset="0"/>
              </a:defRPr>
            </a:lvl1pPr>
          </a:lstStyle>
          <a:p>
            <a:r>
              <a:rPr lang="en-US" dirty="0"/>
              <a:t>CLICK TO EDIT MASTER TITLE STYLE</a:t>
            </a:r>
          </a:p>
        </p:txBody>
      </p:sp>
      <p:sp>
        <p:nvSpPr>
          <p:cNvPr id="11" name="Text Placeholder 2">
            <a:extLst>
              <a:ext uri="{FF2B5EF4-FFF2-40B4-BE49-F238E27FC236}">
                <a16:creationId xmlns:a16="http://schemas.microsoft.com/office/drawing/2014/main" id="{CFA9DBC5-E4A8-5230-9CE1-902849869495}"/>
              </a:ext>
            </a:extLst>
          </p:cNvPr>
          <p:cNvSpPr>
            <a:spLocks noGrp="1"/>
          </p:cNvSpPr>
          <p:nvPr>
            <p:ph type="body" idx="1"/>
          </p:nvPr>
        </p:nvSpPr>
        <p:spPr>
          <a:xfrm>
            <a:off x="1907196" y="4078224"/>
            <a:ext cx="5444517" cy="1731890"/>
          </a:xfrm>
        </p:spPr>
        <p:txBody>
          <a:bodyPr lIns="0" tIns="0" rIns="0" bIns="0" anchor="t">
            <a:noAutofit/>
          </a:bodyPr>
          <a:lstStyle>
            <a:lvl1pPr marL="0" indent="0">
              <a:buNone/>
              <a:defRPr sz="1800" b="0" i="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Rectangle 9">
            <a:extLst>
              <a:ext uri="{FF2B5EF4-FFF2-40B4-BE49-F238E27FC236}">
                <a16:creationId xmlns:a16="http://schemas.microsoft.com/office/drawing/2014/main" id="{829F29DD-6F0C-B005-FD16-89C061AE31C9}"/>
              </a:ext>
            </a:extLst>
          </p:cNvPr>
          <p:cNvSpPr/>
          <p:nvPr userDrawn="1"/>
        </p:nvSpPr>
        <p:spPr>
          <a:xfrm>
            <a:off x="10408059" y="1151133"/>
            <a:ext cx="190346" cy="1037063"/>
          </a:xfrm>
          <a:prstGeom prst="rect">
            <a:avLst/>
          </a:prstGeom>
          <a:solidFill>
            <a:schemeClr val="accent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12" name="Rectangle 11">
            <a:extLst>
              <a:ext uri="{FF2B5EF4-FFF2-40B4-BE49-F238E27FC236}">
                <a16:creationId xmlns:a16="http://schemas.microsoft.com/office/drawing/2014/main" id="{67980795-C54D-B27A-60D2-8758CAF840E2}"/>
              </a:ext>
            </a:extLst>
          </p:cNvPr>
          <p:cNvSpPr/>
          <p:nvPr userDrawn="1"/>
        </p:nvSpPr>
        <p:spPr>
          <a:xfrm>
            <a:off x="10987993" y="114070"/>
            <a:ext cx="190346" cy="1037063"/>
          </a:xfrm>
          <a:prstGeom prst="rect">
            <a:avLst/>
          </a:prstGeom>
          <a:solidFill>
            <a:schemeClr val="accent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Tree>
    <p:extLst>
      <p:ext uri="{BB962C8B-B14F-4D97-AF65-F5344CB8AC3E}">
        <p14:creationId xmlns:p14="http://schemas.microsoft.com/office/powerpoint/2010/main" val="52720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D688C66-2A77-64CD-38B5-90492185CACE}"/>
              </a:ext>
            </a:extLst>
          </p:cNvPr>
          <p:cNvSpPr/>
          <p:nvPr userDrawn="1"/>
        </p:nvSpPr>
        <p:spPr>
          <a:xfrm rot="5400000" flipH="1" flipV="1">
            <a:off x="8570975" y="3236976"/>
            <a:ext cx="6858000" cy="384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46438" y="409576"/>
            <a:ext cx="10972800" cy="1325563"/>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745644" y="1825625"/>
            <a:ext cx="11098307"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5">
            <a:extLst>
              <a:ext uri="{FF2B5EF4-FFF2-40B4-BE49-F238E27FC236}">
                <a16:creationId xmlns:a16="http://schemas.microsoft.com/office/drawing/2014/main" id="{533E5E79-C396-3919-759D-5AD893CE4260}"/>
              </a:ext>
            </a:extLst>
          </p:cNvPr>
          <p:cNvSpPr>
            <a:spLocks noGrp="1"/>
          </p:cNvSpPr>
          <p:nvPr>
            <p:ph type="sldNum" sz="quarter" idx="4"/>
          </p:nvPr>
        </p:nvSpPr>
        <p:spPr>
          <a:xfrm rot="16200000">
            <a:off x="11716512" y="6382510"/>
            <a:ext cx="566928" cy="384048"/>
          </a:xfrm>
          <a:prstGeom prst="rect">
            <a:avLst/>
          </a:prstGeom>
        </p:spPr>
        <p:txBody>
          <a:bodyPr vert="horz" lIns="91440" tIns="45720" rIns="91440" bIns="45720" rtlCol="0" anchor="ctr"/>
          <a:lstStyle>
            <a:lvl1pPr algn="ctr">
              <a:defRPr sz="1400">
                <a:solidFill>
                  <a:schemeClr val="bg1"/>
                </a:solidFill>
              </a:defRPr>
            </a:lvl1pPr>
          </a:lstStyle>
          <a:p>
            <a:fld id="{09A01C0A-2BB6-49E7-91A3-DCB9F9F59583}" type="slidenum">
              <a:rPr lang="en-US" smtClean="0"/>
              <a:pPr/>
              <a:t>‹#›</a:t>
            </a:fld>
            <a:endParaRPr lang="en-US" dirty="0"/>
          </a:p>
        </p:txBody>
      </p:sp>
      <p:sp>
        <p:nvSpPr>
          <p:cNvPr id="7" name="Footer Placeholder 4">
            <a:extLst>
              <a:ext uri="{FF2B5EF4-FFF2-40B4-BE49-F238E27FC236}">
                <a16:creationId xmlns:a16="http://schemas.microsoft.com/office/drawing/2014/main" id="{89035839-CD36-5568-9808-CCDD9953C933}"/>
              </a:ext>
            </a:extLst>
          </p:cNvPr>
          <p:cNvSpPr>
            <a:spLocks noGrp="1"/>
          </p:cNvSpPr>
          <p:nvPr>
            <p:ph type="ftr" sz="quarter" idx="3"/>
          </p:nvPr>
        </p:nvSpPr>
        <p:spPr>
          <a:xfrm rot="16200000">
            <a:off x="8854442" y="2953511"/>
            <a:ext cx="6291068" cy="384048"/>
          </a:xfrm>
          <a:prstGeom prst="rect">
            <a:avLst/>
          </a:prstGeom>
          <a:noFill/>
        </p:spPr>
        <p:txBody>
          <a:bodyPr vert="horz" lIns="210312" tIns="45720" rIns="91440" bIns="45720" rtlCol="0" anchor="ctr"/>
          <a:lstStyle>
            <a:lvl1pPr algn="l">
              <a:defRPr sz="1200" b="1" cap="all" spc="300" baseline="0">
                <a:solidFill>
                  <a:schemeClr val="bg1"/>
                </a:solidFill>
                <a:latin typeface="+mj-lt"/>
              </a:defRPr>
            </a:lvl1pPr>
          </a:lstStyle>
          <a:p>
            <a:r>
              <a:rPr lang="en-US" dirty="0"/>
              <a:t>Presentation Title</a:t>
            </a:r>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51" r:id="rId3"/>
    <p:sldLayoutId id="2147483664" r:id="rId4"/>
    <p:sldLayoutId id="2147483659" r:id="rId5"/>
    <p:sldLayoutId id="2147483654" r:id="rId6"/>
    <p:sldLayoutId id="2147483667" r:id="rId7"/>
    <p:sldLayoutId id="2147483665" r:id="rId8"/>
    <p:sldLayoutId id="2147483669" r:id="rId9"/>
    <p:sldLayoutId id="2147483670" r:id="rId10"/>
    <p:sldLayoutId id="2147483652" r:id="rId11"/>
    <p:sldLayoutId id="2147483656" r:id="rId12"/>
    <p:sldLayoutId id="2147483663" r:id="rId13"/>
  </p:sldLayoutIdLst>
  <p:hf hdr="0" ftr="0"/>
  <p:txStyles>
    <p:titleStyle>
      <a:lvl1pPr algn="l" defTabSz="914400" rtl="0" eaLnBrk="1" latinLnBrk="0" hangingPunct="1">
        <a:lnSpc>
          <a:spcPct val="90000"/>
        </a:lnSpc>
        <a:spcBef>
          <a:spcPct val="0"/>
        </a:spcBef>
        <a:buNone/>
        <a:defRPr sz="4000" b="1" i="0" kern="1200" cap="all" spc="600" baseline="0">
          <a:solidFill>
            <a:schemeClr val="tx1"/>
          </a:solidFill>
          <a:latin typeface="+mj-lt"/>
          <a:ea typeface="+mj-ea"/>
          <a:cs typeface="Arial Black" panose="020B0604020202020204" pitchFamily="34" charset="0"/>
        </a:defRPr>
      </a:lvl1pPr>
    </p:titleStyle>
    <p:bodyStyle>
      <a:lvl1pPr marL="0" indent="0" algn="l" defTabSz="914400" rtl="0" eaLnBrk="1" latinLnBrk="0" hangingPunct="1">
        <a:lnSpc>
          <a:spcPct val="150000"/>
        </a:lnSpc>
        <a:spcBef>
          <a:spcPts val="1000"/>
        </a:spcBef>
        <a:buFontTx/>
        <a:buNone/>
        <a:defRPr sz="2400" b="0" i="0" kern="1200">
          <a:solidFill>
            <a:schemeClr val="tx1"/>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4" orient="horz" pos="1152" userDrawn="1">
          <p15:clr>
            <a:srgbClr val="547EBF"/>
          </p15:clr>
        </p15:guide>
        <p15:guide id="5" pos="7440" userDrawn="1">
          <p15:clr>
            <a:srgbClr val="547EBF"/>
          </p15:clr>
        </p15:guide>
        <p15:guide id="6" orient="horz" pos="4080" userDrawn="1">
          <p15:clr>
            <a:srgbClr val="547EBF"/>
          </p15:clr>
        </p15:guide>
        <p15:guide id="19" userDrawn="1">
          <p15:clr>
            <a:srgbClr val="547EBF"/>
          </p15:clr>
        </p15:guide>
        <p15:guide id="20" pos="7680" userDrawn="1">
          <p15:clr>
            <a:srgbClr val="547EBF"/>
          </p15:clr>
        </p15:guide>
        <p15:guide id="21" pos="528" userDrawn="1">
          <p15:clr>
            <a:srgbClr val="547EBF"/>
          </p15:clr>
        </p15:guide>
        <p15:guide id="22" pos="6912" userDrawn="1">
          <p15:clr>
            <a:srgbClr val="547EBF"/>
          </p15:clr>
        </p15:guide>
        <p15:guide id="23" orient="horz" pos="240" userDrawn="1">
          <p15:clr>
            <a:srgbClr val="547EBF"/>
          </p15:clr>
        </p15:guide>
        <p15:guide id="25" orient="horz" pos="552" userDrawn="1">
          <p15:clr>
            <a:srgbClr val="547EBF"/>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C5300-AC43-F396-6E83-73A31578C20E}"/>
              </a:ext>
            </a:extLst>
          </p:cNvPr>
          <p:cNvSpPr>
            <a:spLocks noGrp="1"/>
          </p:cNvSpPr>
          <p:nvPr>
            <p:ph type="ctrTitle"/>
          </p:nvPr>
        </p:nvSpPr>
        <p:spPr>
          <a:xfrm>
            <a:off x="816767" y="1399032"/>
            <a:ext cx="6757416" cy="3427502"/>
          </a:xfrm>
        </p:spPr>
        <p:txBody>
          <a:bodyPr/>
          <a:lstStyle/>
          <a:p>
            <a:pPr algn="ctr"/>
            <a:r>
              <a:rPr lang="en-US" sz="3600" dirty="0"/>
              <a:t>SQL DATA ANALYSIS &amp;EXPLORATION ASSESSMENT</a:t>
            </a:r>
          </a:p>
        </p:txBody>
      </p:sp>
      <p:sp>
        <p:nvSpPr>
          <p:cNvPr id="3" name="Subtitle 2">
            <a:extLst>
              <a:ext uri="{FF2B5EF4-FFF2-40B4-BE49-F238E27FC236}">
                <a16:creationId xmlns:a16="http://schemas.microsoft.com/office/drawing/2014/main" id="{6A3BE460-3185-CD59-0215-356A228DF2B6}"/>
              </a:ext>
            </a:extLst>
          </p:cNvPr>
          <p:cNvSpPr>
            <a:spLocks noGrp="1"/>
          </p:cNvSpPr>
          <p:nvPr>
            <p:ph type="subTitle" idx="1"/>
          </p:nvPr>
        </p:nvSpPr>
        <p:spPr>
          <a:xfrm>
            <a:off x="816767" y="3429000"/>
            <a:ext cx="7414940" cy="883258"/>
          </a:xfrm>
        </p:spPr>
        <p:txBody>
          <a:bodyPr/>
          <a:lstStyle/>
          <a:p>
            <a:r>
              <a:rPr lang="en-US" dirty="0"/>
              <a:t>By Moses Elly</a:t>
            </a:r>
          </a:p>
        </p:txBody>
      </p:sp>
    </p:spTree>
    <p:extLst>
      <p:ext uri="{BB962C8B-B14F-4D97-AF65-F5344CB8AC3E}">
        <p14:creationId xmlns:p14="http://schemas.microsoft.com/office/powerpoint/2010/main" val="3867488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D4F54-DA82-4616-5B86-91637316C018}"/>
              </a:ext>
            </a:extLst>
          </p:cNvPr>
          <p:cNvSpPr>
            <a:spLocks noGrp="1"/>
          </p:cNvSpPr>
          <p:nvPr>
            <p:ph type="title"/>
          </p:nvPr>
        </p:nvSpPr>
        <p:spPr>
          <a:xfrm>
            <a:off x="6696221" y="640080"/>
            <a:ext cx="5029200" cy="2157984"/>
          </a:xfrm>
        </p:spPr>
        <p:txBody>
          <a:bodyPr/>
          <a:lstStyle/>
          <a:p>
            <a:r>
              <a:rPr lang="en-US" dirty="0"/>
              <a:t>CONTENTS</a:t>
            </a:r>
          </a:p>
        </p:txBody>
      </p:sp>
      <p:pic>
        <p:nvPicPr>
          <p:cNvPr id="5" name="Picture Placeholder 4" descr="Close-up of skyscrapers">
            <a:extLst>
              <a:ext uri="{FF2B5EF4-FFF2-40B4-BE49-F238E27FC236}">
                <a16:creationId xmlns:a16="http://schemas.microsoft.com/office/drawing/2014/main" id="{CBD79D95-B489-7C39-8BA1-EDA2F8F12E11}"/>
              </a:ext>
            </a:extLst>
          </p:cNvPr>
          <p:cNvPicPr>
            <a:picLocks noGrp="1" noChangeAspect="1"/>
          </p:cNvPicPr>
          <p:nvPr>
            <p:ph type="pic" sz="quarter" idx="10"/>
          </p:nvPr>
        </p:nvPicPr>
        <p:blipFill>
          <a:blip r:embed="rId2"/>
          <a:srcRect t="43" b="43"/>
          <a:stretch/>
        </p:blipFill>
        <p:spPr>
          <a:xfrm>
            <a:off x="1395412" y="653461"/>
            <a:ext cx="4597556" cy="5549900"/>
          </a:xfrm>
        </p:spPr>
      </p:pic>
      <p:sp>
        <p:nvSpPr>
          <p:cNvPr id="4" name="Content Placeholder 3">
            <a:extLst>
              <a:ext uri="{FF2B5EF4-FFF2-40B4-BE49-F238E27FC236}">
                <a16:creationId xmlns:a16="http://schemas.microsoft.com/office/drawing/2014/main" id="{1D44FF4F-87AF-081C-2A21-97173EE4A670}"/>
              </a:ext>
            </a:extLst>
          </p:cNvPr>
          <p:cNvSpPr>
            <a:spLocks noGrp="1"/>
          </p:cNvSpPr>
          <p:nvPr>
            <p:ph idx="1"/>
          </p:nvPr>
        </p:nvSpPr>
        <p:spPr>
          <a:xfrm>
            <a:off x="6696221" y="3127248"/>
            <a:ext cx="4834517" cy="3108960"/>
          </a:xfrm>
        </p:spPr>
        <p:txBody>
          <a:bodyPr/>
          <a:lstStyle/>
          <a:p>
            <a:r>
              <a:rPr lang="en-US" dirty="0"/>
              <a:t>Initial Data Exploration Findings</a:t>
            </a:r>
          </a:p>
          <a:p>
            <a:r>
              <a:rPr lang="en-US" dirty="0"/>
              <a:t>Strategic Business Question</a:t>
            </a:r>
          </a:p>
          <a:p>
            <a:r>
              <a:rPr lang="en-US" dirty="0"/>
              <a:t>Data Cleaning Tasks</a:t>
            </a:r>
          </a:p>
          <a:p>
            <a:endParaRPr lang="en-US" dirty="0"/>
          </a:p>
        </p:txBody>
      </p:sp>
      <p:sp>
        <p:nvSpPr>
          <p:cNvPr id="15" name="Rectangle 14">
            <a:extLst>
              <a:ext uri="{FF2B5EF4-FFF2-40B4-BE49-F238E27FC236}">
                <a16:creationId xmlns:a16="http://schemas.microsoft.com/office/drawing/2014/main" id="{8D6B33E9-5728-FA5C-0AC2-27407C4E7EF2}"/>
              </a:ext>
              <a:ext uri="{C183D7F6-B498-43B3-948B-1728B52AA6E4}">
                <adec:decorative xmlns:adec="http://schemas.microsoft.com/office/drawing/2017/decorative" val="1"/>
              </a:ext>
            </a:extLst>
          </p:cNvPr>
          <p:cNvSpPr/>
          <p:nvPr/>
        </p:nvSpPr>
        <p:spPr>
          <a:xfrm>
            <a:off x="831720" y="638594"/>
            <a:ext cx="2743200" cy="1336433"/>
          </a:xfrm>
          <a:prstGeom prst="rect">
            <a:avLst/>
          </a:prstGeom>
          <a:solidFill>
            <a:schemeClr val="accent1">
              <a:alpha val="87843"/>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accent1"/>
              </a:solidFill>
            </a:endParaRPr>
          </a:p>
        </p:txBody>
      </p:sp>
      <p:sp>
        <p:nvSpPr>
          <p:cNvPr id="16" name="Rectangle 15">
            <a:extLst>
              <a:ext uri="{FF2B5EF4-FFF2-40B4-BE49-F238E27FC236}">
                <a16:creationId xmlns:a16="http://schemas.microsoft.com/office/drawing/2014/main" id="{59FDBA0D-C717-B16D-F1F6-BA5D8E090C9D}"/>
              </a:ext>
              <a:ext uri="{C183D7F6-B498-43B3-948B-1728B52AA6E4}">
                <adec:decorative xmlns:adec="http://schemas.microsoft.com/office/drawing/2017/decorative" val="1"/>
              </a:ext>
            </a:extLst>
          </p:cNvPr>
          <p:cNvSpPr/>
          <p:nvPr/>
        </p:nvSpPr>
        <p:spPr>
          <a:xfrm>
            <a:off x="5867073" y="3130095"/>
            <a:ext cx="228928" cy="2252610"/>
          </a:xfrm>
          <a:prstGeom prst="rect">
            <a:avLst/>
          </a:prstGeom>
          <a:solidFill>
            <a:schemeClr val="accent1">
              <a:alpha val="76078"/>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accent1"/>
              </a:solidFill>
            </a:endParaRPr>
          </a:p>
        </p:txBody>
      </p:sp>
      <p:sp>
        <p:nvSpPr>
          <p:cNvPr id="20" name="Slide Number Placeholder 19">
            <a:extLst>
              <a:ext uri="{FF2B5EF4-FFF2-40B4-BE49-F238E27FC236}">
                <a16:creationId xmlns:a16="http://schemas.microsoft.com/office/drawing/2014/main" id="{7D090D43-FD3C-82CE-3706-B447C067FB18}"/>
              </a:ext>
            </a:extLst>
          </p:cNvPr>
          <p:cNvSpPr>
            <a:spLocks noGrp="1"/>
          </p:cNvSpPr>
          <p:nvPr>
            <p:ph type="sldNum" sz="quarter" idx="13"/>
          </p:nvPr>
        </p:nvSpPr>
        <p:spPr/>
        <p:txBody>
          <a:bodyPr/>
          <a:lstStyle/>
          <a:p>
            <a:fld id="{09A01C0A-2BB6-49E7-91A3-DCB9F9F59583}" type="slidenum">
              <a:rPr lang="en-US" smtClean="0"/>
              <a:pPr/>
              <a:t>2</a:t>
            </a:fld>
            <a:endParaRPr lang="en-US" dirty="0"/>
          </a:p>
        </p:txBody>
      </p:sp>
    </p:spTree>
    <p:extLst>
      <p:ext uri="{BB962C8B-B14F-4D97-AF65-F5344CB8AC3E}">
        <p14:creationId xmlns:p14="http://schemas.microsoft.com/office/powerpoint/2010/main" val="1151816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2F6DD-DBA5-94E5-F216-735C189AFFF3}"/>
              </a:ext>
            </a:extLst>
          </p:cNvPr>
          <p:cNvSpPr>
            <a:spLocks noGrp="1"/>
          </p:cNvSpPr>
          <p:nvPr>
            <p:ph type="title"/>
          </p:nvPr>
        </p:nvSpPr>
        <p:spPr>
          <a:xfrm>
            <a:off x="6696221" y="326572"/>
            <a:ext cx="5029200" cy="576942"/>
          </a:xfrm>
        </p:spPr>
        <p:txBody>
          <a:bodyPr/>
          <a:lstStyle/>
          <a:p>
            <a:pPr algn="ctr"/>
            <a:r>
              <a:rPr lang="en-US" sz="1800" dirty="0"/>
              <a:t>INITIAL EXPLORATION FINDINGS</a:t>
            </a:r>
          </a:p>
        </p:txBody>
      </p:sp>
      <p:pic>
        <p:nvPicPr>
          <p:cNvPr id="9" name="Picture Placeholder 8">
            <a:extLst>
              <a:ext uri="{FF2B5EF4-FFF2-40B4-BE49-F238E27FC236}">
                <a16:creationId xmlns:a16="http://schemas.microsoft.com/office/drawing/2014/main" id="{8434F316-CE08-BE2C-7E47-98FC2FE99123}"/>
              </a:ext>
            </a:extLst>
          </p:cNvPr>
          <p:cNvPicPr>
            <a:picLocks noGrp="1" noChangeAspect="1"/>
          </p:cNvPicPr>
          <p:nvPr>
            <p:ph type="pic" sz="quarter" idx="10"/>
          </p:nvPr>
        </p:nvPicPr>
        <p:blipFill>
          <a:blip r:embed="rId2"/>
          <a:srcRect l="25241" r="25241"/>
          <a:stretch>
            <a:fillRect/>
          </a:stretch>
        </p:blipFill>
        <p:spPr>
          <a:xfrm>
            <a:off x="661261" y="741169"/>
            <a:ext cx="4597556" cy="5549900"/>
          </a:xfrm>
          <a:prstGeom prst="rect">
            <a:avLst/>
          </a:prstGeom>
        </p:spPr>
      </p:pic>
      <p:sp>
        <p:nvSpPr>
          <p:cNvPr id="4" name="Content Placeholder 3">
            <a:extLst>
              <a:ext uri="{FF2B5EF4-FFF2-40B4-BE49-F238E27FC236}">
                <a16:creationId xmlns:a16="http://schemas.microsoft.com/office/drawing/2014/main" id="{B1DFB20C-9411-4876-D17D-A98BB1D7BC6C}"/>
              </a:ext>
            </a:extLst>
          </p:cNvPr>
          <p:cNvSpPr>
            <a:spLocks noGrp="1"/>
          </p:cNvSpPr>
          <p:nvPr>
            <p:ph idx="1"/>
          </p:nvPr>
        </p:nvSpPr>
        <p:spPr>
          <a:xfrm>
            <a:off x="5987143" y="1023257"/>
            <a:ext cx="5543596" cy="5638799"/>
          </a:xfrm>
        </p:spPr>
        <p:txBody>
          <a:bodyPr/>
          <a:lstStyle/>
          <a:p>
            <a:r>
              <a:rPr lang="en-US" dirty="0"/>
              <a:t>The database centers on commercial transactions for miniature scale models, heavily weighted toward Classic Cars and Vintage Cars.</a:t>
            </a:r>
          </a:p>
          <a:p>
            <a:r>
              <a:rPr lang="en-US" dirty="0"/>
              <a:t>There is a direct correlation between a customer's assigned </a:t>
            </a:r>
            <a:r>
              <a:rPr lang="en-US" dirty="0" err="1"/>
              <a:t>creditLimit</a:t>
            </a:r>
            <a:r>
              <a:rPr lang="en-US" dirty="0"/>
              <a:t> in the customers table and their lifetime order volume.</a:t>
            </a:r>
          </a:p>
          <a:p>
            <a:r>
              <a:rPr lang="en-US" dirty="0"/>
              <a:t>The orders table reveals a subset of transactions with statuses like "Cancelled," "On Hold," or "Disputed," indicating potential operational bottlenecks.</a:t>
            </a:r>
          </a:p>
          <a:p>
            <a:r>
              <a:rPr lang="en-US" dirty="0"/>
              <a:t>Profit margins (the spread between </a:t>
            </a:r>
            <a:r>
              <a:rPr lang="en-US" dirty="0" err="1"/>
              <a:t>buyPrice</a:t>
            </a:r>
            <a:r>
              <a:rPr lang="en-US" dirty="0"/>
              <a:t> and MSRP in the products table) vary significantly across different product scales and categories.</a:t>
            </a:r>
          </a:p>
          <a:p>
            <a:r>
              <a:rPr lang="en-US" dirty="0"/>
              <a:t>MSRP:  Manufacturer's Suggested Retail Price</a:t>
            </a:r>
          </a:p>
          <a:p>
            <a:endParaRPr lang="en-US" dirty="0"/>
          </a:p>
        </p:txBody>
      </p:sp>
      <p:sp>
        <p:nvSpPr>
          <p:cNvPr id="5" name="Slide Number Placeholder 4">
            <a:extLst>
              <a:ext uri="{FF2B5EF4-FFF2-40B4-BE49-F238E27FC236}">
                <a16:creationId xmlns:a16="http://schemas.microsoft.com/office/drawing/2014/main" id="{568138EA-4312-A9D1-63FC-F7EFB3381C01}"/>
              </a:ext>
            </a:extLst>
          </p:cNvPr>
          <p:cNvSpPr>
            <a:spLocks noGrp="1"/>
          </p:cNvSpPr>
          <p:nvPr>
            <p:ph type="sldNum" sz="quarter" idx="13"/>
          </p:nvPr>
        </p:nvSpPr>
        <p:spPr/>
        <p:txBody>
          <a:bodyPr/>
          <a:lstStyle/>
          <a:p>
            <a:fld id="{09A01C0A-2BB6-49E7-91A3-DCB9F9F59583}" type="slidenum">
              <a:rPr lang="en-US" smtClean="0"/>
              <a:pPr/>
              <a:t>3</a:t>
            </a:fld>
            <a:endParaRPr lang="en-US" dirty="0"/>
          </a:p>
        </p:txBody>
      </p:sp>
    </p:spTree>
    <p:extLst>
      <p:ext uri="{BB962C8B-B14F-4D97-AF65-F5344CB8AC3E}">
        <p14:creationId xmlns:p14="http://schemas.microsoft.com/office/powerpoint/2010/main" val="927753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50379-4E27-691A-900E-4370644CFF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22F25-A26A-20F1-9FD2-3146471CC6D3}"/>
              </a:ext>
            </a:extLst>
          </p:cNvPr>
          <p:cNvSpPr>
            <a:spLocks noGrp="1"/>
          </p:cNvSpPr>
          <p:nvPr>
            <p:ph type="title"/>
          </p:nvPr>
        </p:nvSpPr>
        <p:spPr>
          <a:xfrm>
            <a:off x="6696221" y="326572"/>
            <a:ext cx="5029200" cy="576942"/>
          </a:xfrm>
        </p:spPr>
        <p:txBody>
          <a:bodyPr/>
          <a:lstStyle/>
          <a:p>
            <a:pPr algn="ctr"/>
            <a:r>
              <a:rPr lang="en-US" sz="1800" dirty="0"/>
              <a:t>STRATEGIC BUSINESS QUESTION</a:t>
            </a:r>
          </a:p>
        </p:txBody>
      </p:sp>
      <p:sp>
        <p:nvSpPr>
          <p:cNvPr id="4" name="Content Placeholder 3">
            <a:extLst>
              <a:ext uri="{FF2B5EF4-FFF2-40B4-BE49-F238E27FC236}">
                <a16:creationId xmlns:a16="http://schemas.microsoft.com/office/drawing/2014/main" id="{A5527E16-C736-CE9B-0891-BA9E521F8FEF}"/>
              </a:ext>
            </a:extLst>
          </p:cNvPr>
          <p:cNvSpPr>
            <a:spLocks noGrp="1"/>
          </p:cNvSpPr>
          <p:nvPr>
            <p:ph idx="1"/>
          </p:nvPr>
        </p:nvSpPr>
        <p:spPr>
          <a:xfrm>
            <a:off x="6933183" y="1023258"/>
            <a:ext cx="4597556" cy="4953000"/>
          </a:xfrm>
        </p:spPr>
        <p:txBody>
          <a:bodyPr/>
          <a:lstStyle/>
          <a:p>
            <a:r>
              <a:rPr lang="en-US" dirty="0"/>
              <a:t>The Business Question: Based on the sales disparities identified in our initial exploration, which specific scale model product lines and geographic regions experience the highest rate of delayed or cancelled orders, and how does this fulfillment gap impact our overall revenue realization?</a:t>
            </a:r>
          </a:p>
          <a:p>
            <a:r>
              <a:rPr lang="en-US" dirty="0"/>
              <a:t>Why it matters: Answering this identifies whether our most popular product lines (like Classic Cars) are simultaneously generating our highest logistical costs or revenue leakages.</a:t>
            </a:r>
          </a:p>
          <a:p>
            <a:endParaRPr lang="en-US" dirty="0"/>
          </a:p>
        </p:txBody>
      </p:sp>
      <p:sp>
        <p:nvSpPr>
          <p:cNvPr id="5" name="Slide Number Placeholder 4">
            <a:extLst>
              <a:ext uri="{FF2B5EF4-FFF2-40B4-BE49-F238E27FC236}">
                <a16:creationId xmlns:a16="http://schemas.microsoft.com/office/drawing/2014/main" id="{0D1A2A5B-6D6C-1D05-CAA7-63003AA54D14}"/>
              </a:ext>
            </a:extLst>
          </p:cNvPr>
          <p:cNvSpPr>
            <a:spLocks noGrp="1"/>
          </p:cNvSpPr>
          <p:nvPr>
            <p:ph type="sldNum" sz="quarter" idx="13"/>
          </p:nvPr>
        </p:nvSpPr>
        <p:spPr/>
        <p:txBody>
          <a:bodyPr/>
          <a:lstStyle/>
          <a:p>
            <a:fld id="{09A01C0A-2BB6-49E7-91A3-DCB9F9F59583}" type="slidenum">
              <a:rPr lang="en-US" smtClean="0"/>
              <a:pPr/>
              <a:t>4</a:t>
            </a:fld>
            <a:endParaRPr lang="en-US" dirty="0"/>
          </a:p>
        </p:txBody>
      </p:sp>
      <p:pic>
        <p:nvPicPr>
          <p:cNvPr id="13" name="Picture Placeholder 12">
            <a:extLst>
              <a:ext uri="{FF2B5EF4-FFF2-40B4-BE49-F238E27FC236}">
                <a16:creationId xmlns:a16="http://schemas.microsoft.com/office/drawing/2014/main" id="{0AD0FB95-2146-6B57-E87C-53F74F810A65}"/>
              </a:ext>
            </a:extLst>
          </p:cNvPr>
          <p:cNvPicPr>
            <a:picLocks noGrp="1" noChangeAspect="1"/>
          </p:cNvPicPr>
          <p:nvPr>
            <p:ph type="pic" sz="quarter" idx="10"/>
          </p:nvPr>
        </p:nvPicPr>
        <p:blipFill>
          <a:blip r:embed="rId2"/>
          <a:srcRect l="25291" r="25291"/>
          <a:stretch>
            <a:fillRect/>
          </a:stretch>
        </p:blipFill>
        <p:spPr>
          <a:prstGeom prst="rect">
            <a:avLst/>
          </a:prstGeom>
        </p:spPr>
      </p:pic>
    </p:spTree>
    <p:extLst>
      <p:ext uri="{BB962C8B-B14F-4D97-AF65-F5344CB8AC3E}">
        <p14:creationId xmlns:p14="http://schemas.microsoft.com/office/powerpoint/2010/main" val="4058046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829CE-809C-C581-AFC5-380D104B85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067F82-DC2F-A572-F7ED-682C4DF0467C}"/>
              </a:ext>
            </a:extLst>
          </p:cNvPr>
          <p:cNvSpPr>
            <a:spLocks noGrp="1"/>
          </p:cNvSpPr>
          <p:nvPr>
            <p:ph type="title"/>
          </p:nvPr>
        </p:nvSpPr>
        <p:spPr>
          <a:xfrm>
            <a:off x="6696221" y="326572"/>
            <a:ext cx="5029200" cy="576942"/>
          </a:xfrm>
        </p:spPr>
        <p:txBody>
          <a:bodyPr/>
          <a:lstStyle/>
          <a:p>
            <a:pPr algn="ctr"/>
            <a:r>
              <a:rPr lang="en-US" sz="1800" dirty="0"/>
              <a:t>DATA CLEANING TASKS</a:t>
            </a:r>
          </a:p>
        </p:txBody>
      </p:sp>
      <p:sp>
        <p:nvSpPr>
          <p:cNvPr id="4" name="Content Placeholder 3">
            <a:extLst>
              <a:ext uri="{FF2B5EF4-FFF2-40B4-BE49-F238E27FC236}">
                <a16:creationId xmlns:a16="http://schemas.microsoft.com/office/drawing/2014/main" id="{31EE3FE8-289E-205C-25AF-DAB1BFD35542}"/>
              </a:ext>
            </a:extLst>
          </p:cNvPr>
          <p:cNvSpPr>
            <a:spLocks noGrp="1"/>
          </p:cNvSpPr>
          <p:nvPr>
            <p:ph idx="1"/>
          </p:nvPr>
        </p:nvSpPr>
        <p:spPr>
          <a:xfrm>
            <a:off x="653143" y="1023258"/>
            <a:ext cx="10877596" cy="3733800"/>
          </a:xfrm>
        </p:spPr>
        <p:txBody>
          <a:bodyPr/>
          <a:lstStyle/>
          <a:p>
            <a:r>
              <a:rPr lang="en-US" dirty="0"/>
              <a:t>Null Handling: Address missing data in the </a:t>
            </a:r>
            <a:r>
              <a:rPr lang="en-US" dirty="0" err="1"/>
              <a:t>customers.state</a:t>
            </a:r>
            <a:r>
              <a:rPr lang="en-US" dirty="0"/>
              <a:t> column (which is frequently NULL for international clients) and the </a:t>
            </a:r>
            <a:r>
              <a:rPr lang="en-US" dirty="0" err="1"/>
              <a:t>orders.comments</a:t>
            </a:r>
            <a:r>
              <a:rPr lang="en-US" dirty="0"/>
              <a:t> column to ensure accurate grouping and text analysis.</a:t>
            </a:r>
          </a:p>
          <a:p>
            <a:r>
              <a:rPr lang="en-US" dirty="0"/>
              <a:t>Data Standardization: Unify geographic text strings in the </a:t>
            </a:r>
            <a:r>
              <a:rPr lang="en-US" dirty="0" err="1"/>
              <a:t>customers.country</a:t>
            </a:r>
            <a:r>
              <a:rPr lang="en-US" dirty="0"/>
              <a:t> column (e.g., standardizing instances of "USA" vs. "United States" or "UK" vs. "United Kingdom") to ensure accurate regional aggregations.</a:t>
            </a:r>
          </a:p>
          <a:p>
            <a:r>
              <a:rPr lang="en-US" dirty="0"/>
              <a:t>Data Type Normalization: Validate and convert date strings in </a:t>
            </a:r>
            <a:r>
              <a:rPr lang="en-US" dirty="0" err="1"/>
              <a:t>orderDate</a:t>
            </a:r>
            <a:r>
              <a:rPr lang="en-US" dirty="0"/>
              <a:t>, </a:t>
            </a:r>
            <a:r>
              <a:rPr lang="en-US" dirty="0" err="1"/>
              <a:t>requiredDate</a:t>
            </a:r>
            <a:r>
              <a:rPr lang="en-US" dirty="0"/>
              <a:t>, and </a:t>
            </a:r>
            <a:r>
              <a:rPr lang="en-US" dirty="0" err="1"/>
              <a:t>shippedDate</a:t>
            </a:r>
            <a:r>
              <a:rPr lang="en-US" dirty="0"/>
              <a:t> into standardized DATETIME formats to accurately calculate fulfillment turnaround times.</a:t>
            </a:r>
          </a:p>
          <a:p>
            <a:r>
              <a:rPr lang="en-US" dirty="0"/>
              <a:t>Integrity Checks: Ensure there are no orphaned records, such as entries in </a:t>
            </a:r>
            <a:r>
              <a:rPr lang="en-US" dirty="0" err="1"/>
              <a:t>orderdetails</a:t>
            </a:r>
            <a:r>
              <a:rPr lang="en-US" dirty="0"/>
              <a:t> that reference a </a:t>
            </a:r>
            <a:r>
              <a:rPr lang="en-US" dirty="0" err="1"/>
              <a:t>productCode</a:t>
            </a:r>
            <a:r>
              <a:rPr lang="en-US" dirty="0"/>
              <a:t> no longer listed in the products table.</a:t>
            </a:r>
          </a:p>
          <a:p>
            <a:endParaRPr lang="en-US" dirty="0"/>
          </a:p>
        </p:txBody>
      </p:sp>
      <p:sp>
        <p:nvSpPr>
          <p:cNvPr id="5" name="Slide Number Placeholder 4">
            <a:extLst>
              <a:ext uri="{FF2B5EF4-FFF2-40B4-BE49-F238E27FC236}">
                <a16:creationId xmlns:a16="http://schemas.microsoft.com/office/drawing/2014/main" id="{6E97F520-E0E6-EB67-9DB7-FD4FDC766E97}"/>
              </a:ext>
            </a:extLst>
          </p:cNvPr>
          <p:cNvSpPr>
            <a:spLocks noGrp="1"/>
          </p:cNvSpPr>
          <p:nvPr>
            <p:ph type="sldNum" sz="quarter" idx="13"/>
          </p:nvPr>
        </p:nvSpPr>
        <p:spPr/>
        <p:txBody>
          <a:bodyPr/>
          <a:lstStyle/>
          <a:p>
            <a:fld id="{09A01C0A-2BB6-49E7-91A3-DCB9F9F59583}" type="slidenum">
              <a:rPr lang="en-US" smtClean="0"/>
              <a:pPr/>
              <a:t>5</a:t>
            </a:fld>
            <a:endParaRPr lang="en-US" dirty="0"/>
          </a:p>
        </p:txBody>
      </p:sp>
    </p:spTree>
    <p:extLst>
      <p:ext uri="{BB962C8B-B14F-4D97-AF65-F5344CB8AC3E}">
        <p14:creationId xmlns:p14="http://schemas.microsoft.com/office/powerpoint/2010/main" val="1930230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791AF693-3675-52A5-9E8E-C071048A1A4D}"/>
              </a:ext>
            </a:extLst>
          </p:cNvPr>
          <p:cNvSpPr>
            <a:spLocks noGrp="1"/>
          </p:cNvSpPr>
          <p:nvPr>
            <p:ph type="body" idx="1"/>
          </p:nvPr>
        </p:nvSpPr>
        <p:spPr>
          <a:xfrm>
            <a:off x="1972510" y="1465653"/>
            <a:ext cx="6072033" cy="1731890"/>
          </a:xfrm>
        </p:spPr>
        <p:txBody>
          <a:bodyPr/>
          <a:lstStyle/>
          <a:p>
            <a:r>
              <a:rPr lang="en-US" sz="3200" dirty="0" err="1"/>
              <a:t>Github</a:t>
            </a:r>
            <a:r>
              <a:rPr lang="en-US" sz="3200" dirty="0"/>
              <a:t>:</a:t>
            </a:r>
          </a:p>
          <a:p>
            <a:r>
              <a:rPr lang="en-US" sz="3200" dirty="0"/>
              <a:t>https://github.com/Osesi/Mini/</a:t>
            </a:r>
          </a:p>
        </p:txBody>
      </p:sp>
    </p:spTree>
    <p:extLst>
      <p:ext uri="{BB962C8B-B14F-4D97-AF65-F5344CB8AC3E}">
        <p14:creationId xmlns:p14="http://schemas.microsoft.com/office/powerpoint/2010/main" val="1023783487"/>
      </p:ext>
    </p:extLst>
  </p:cSld>
  <p:clrMapOvr>
    <a:masterClrMapping/>
  </p:clrMapOvr>
</p:sld>
</file>

<file path=ppt/theme/theme1.xml><?xml version="1.0" encoding="utf-8"?>
<a:theme xmlns:a="http://schemas.openxmlformats.org/drawingml/2006/main" name="Custom">
  <a:themeElements>
    <a:clrScheme name="Custom 8">
      <a:dk1>
        <a:srgbClr val="36393B"/>
      </a:dk1>
      <a:lt1>
        <a:srgbClr val="FFFFFF"/>
      </a:lt1>
      <a:dk2>
        <a:srgbClr val="4D62EF"/>
      </a:dk2>
      <a:lt2>
        <a:srgbClr val="E7E4E6"/>
      </a:lt2>
      <a:accent1>
        <a:srgbClr val="3AEFCC"/>
      </a:accent1>
      <a:accent2>
        <a:srgbClr val="62D382"/>
      </a:accent2>
      <a:accent3>
        <a:srgbClr val="FDED60"/>
      </a:accent3>
      <a:accent4>
        <a:srgbClr val="FD4C00"/>
      </a:accent4>
      <a:accent5>
        <a:srgbClr val="FE2701"/>
      </a:accent5>
      <a:accent6>
        <a:srgbClr val="CA54FB"/>
      </a:accent6>
      <a:hlink>
        <a:srgbClr val="4D62EF"/>
      </a:hlink>
      <a:folHlink>
        <a:srgbClr val="FC4C00"/>
      </a:folHlink>
    </a:clrScheme>
    <a:fontScheme name="Custom 19">
      <a:majorFont>
        <a:latin typeface="Arial Black"/>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051434_win32_KB_V3.potx" id="{43D84336-549C-4EAD-AE8D-BE1D65DE3314}" vid="{2C1BB0A5-2565-4EB8-A5F5-FF12201C54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0E3FE2-6B9B-4C9A-84D9-AD118750DE60}">
  <ds:schemaRefs>
    <ds:schemaRef ds:uri="http://schemas.microsoft.com/sharepoint/v3/contenttype/forms"/>
  </ds:schemaRefs>
</ds:datastoreItem>
</file>

<file path=customXml/itemProps2.xml><?xml version="1.0" encoding="utf-8"?>
<ds:datastoreItem xmlns:ds="http://schemas.openxmlformats.org/officeDocument/2006/customXml" ds:itemID="{4CD1C4F3-182B-4FFD-86F3-85933C0520B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F6D4D42E-C7BD-4080-9A83-56BA58F91A9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{17167569-568A-4BAA-AF4B-AFD0FF9453C5}TFe33beb5d-e502-4448-a67e-cd378462b5dc44b6c264_win32-f98e54472961</Template>
  <TotalTime>68</TotalTime>
  <Words>352</Words>
  <Application>Microsoft Office PowerPoint</Application>
  <PresentationFormat>Widescreen</PresentationFormat>
  <Paragraphs>27</Paragraphs>
  <Slides>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Arial Black</vt:lpstr>
      <vt:lpstr>Avenir Next LT Pro</vt:lpstr>
      <vt:lpstr>Avenir Next LT Pro Light</vt:lpstr>
      <vt:lpstr>Calibri</vt:lpstr>
      <vt:lpstr>Custom</vt:lpstr>
      <vt:lpstr>SQL DATA ANALYSIS &amp;EXPLORATION ASSESSMENT</vt:lpstr>
      <vt:lpstr>CONTENTS</vt:lpstr>
      <vt:lpstr>INITIAL EXPLORATION FINDINGS</vt:lpstr>
      <vt:lpstr>STRATEGIC BUSINESS QUESTION</vt:lpstr>
      <vt:lpstr>DATA CLEANING TASKS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Moses O. Elly</dc:creator>
  <cp:lastModifiedBy>Moses O. Elly</cp:lastModifiedBy>
  <cp:revision>13</cp:revision>
  <dcterms:created xsi:type="dcterms:W3CDTF">2026-10-23T18:26:11Z</dcterms:created>
  <dcterms:modified xsi:type="dcterms:W3CDTF">2026-10-23T19:34:52Z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